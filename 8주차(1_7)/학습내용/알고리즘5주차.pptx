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24384000" cy="1371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prnPr scaleToFitPaper="1"/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100" d="100"/>
          <a:sy n="100" d="100"/>
        </p:scale>
        <p:origin x="-1092" y="-90"/>
      </p:cViewPr>
      <p:guideLst>
        <p:guide orient="horz" pos="2159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9.xml"  /><Relationship Id="rId11" Type="http://schemas.openxmlformats.org/officeDocument/2006/relationships/slide" Target="slides/slide10.xml"  /><Relationship Id="rId12" Type="http://schemas.openxmlformats.org/officeDocument/2006/relationships/slide" Target="slides/slide11.xml"  /><Relationship Id="rId13" Type="http://schemas.openxmlformats.org/officeDocument/2006/relationships/slide" Target="slides/slide12.xml"  /><Relationship Id="rId14" Type="http://schemas.openxmlformats.org/officeDocument/2006/relationships/slide" Target="slides/slide13.xml"  /><Relationship Id="rId15" Type="http://schemas.openxmlformats.org/officeDocument/2006/relationships/slide" Target="slides/slide14.xml"  /><Relationship Id="rId16" Type="http://schemas.openxmlformats.org/officeDocument/2006/relationships/slide" Target="slides/slide15.xml"  /><Relationship Id="rId17" Type="http://schemas.openxmlformats.org/officeDocument/2006/relationships/slide" Target="slides/slide16.xml"  /><Relationship Id="rId18" Type="http://schemas.openxmlformats.org/officeDocument/2006/relationships/presProps" Target="presProps.xml"  /><Relationship Id="rId19" Type="http://schemas.openxmlformats.org/officeDocument/2006/relationships/viewProps" Target="viewProps.xml"  /><Relationship Id="rId2" Type="http://schemas.openxmlformats.org/officeDocument/2006/relationships/slide" Target="slides/slide1.xml"  /><Relationship Id="rId20" Type="http://schemas.openxmlformats.org/officeDocument/2006/relationships/theme" Target="theme/theme1.xml"  /><Relationship Id="rId21" Type="http://schemas.openxmlformats.org/officeDocument/2006/relationships/tableStyles" Target="tableStyles.xml"  /><Relationship Id="rId3" Type="http://schemas.openxmlformats.org/officeDocument/2006/relationships/slide" Target="slides/slide2.xml"  /><Relationship Id="rId4" Type="http://schemas.openxmlformats.org/officeDocument/2006/relationships/slide" Target="slides/slide3.xml"  /><Relationship Id="rId5" Type="http://schemas.openxmlformats.org/officeDocument/2006/relationships/slide" Target="slides/slide4.xml"  /><Relationship Id="rId6" Type="http://schemas.openxmlformats.org/officeDocument/2006/relationships/slide" Target="slides/slide5.xml"  /><Relationship Id="rId7" Type="http://schemas.openxmlformats.org/officeDocument/2006/relationships/slide" Target="slides/slide6.xml"  /><Relationship Id="rId8" Type="http://schemas.openxmlformats.org/officeDocument/2006/relationships/slide" Target="slides/slide7.xml"  /><Relationship Id="rId9" Type="http://schemas.openxmlformats.org/officeDocument/2006/relationships/slide" Target="slides/slide8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png"  /><Relationship Id="rId3" Type="http://schemas.openxmlformats.org/officeDocument/2006/relationships/image" Target="../media/image2.png"  /><Relationship Id="rId4" Type="http://schemas.openxmlformats.org/officeDocument/2006/relationships/image" Target="../media/image3.png"  /><Relationship Id="rId5" Type="http://schemas.openxmlformats.org/officeDocument/2006/relationships/image" Target="../media/image4.png"  /><Relationship Id="rId6" Type="http://schemas.openxmlformats.org/officeDocument/2006/relationships/image" Target="../media/image5.png"  /><Relationship Id="rId7" Type="http://schemas.openxmlformats.org/officeDocument/2006/relationships/image" Target="../media/image6.png"  /><Relationship Id="rId8" Type="http://schemas.openxmlformats.org/officeDocument/2006/relationships/image" Target="../media/image7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5.png"  /><Relationship Id="rId3" Type="http://schemas.openxmlformats.org/officeDocument/2006/relationships/image" Target="../media/image8.png"  /><Relationship Id="rId4" Type="http://schemas.openxmlformats.org/officeDocument/2006/relationships/image" Target="../media/image9.png"  /><Relationship Id="rId5" Type="http://schemas.openxmlformats.org/officeDocument/2006/relationships/image" Target="../media/image10.png"  /><Relationship Id="rId6" Type="http://schemas.openxmlformats.org/officeDocument/2006/relationships/image" Target="../media/image11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20.png"  /><Relationship Id="rId11" Type="http://schemas.openxmlformats.org/officeDocument/2006/relationships/image" Target="../media/image21.png"  /><Relationship Id="rId2" Type="http://schemas.openxmlformats.org/officeDocument/2006/relationships/image" Target="../media/image12.png"  /><Relationship Id="rId3" Type="http://schemas.openxmlformats.org/officeDocument/2006/relationships/image" Target="../media/image13.png"  /><Relationship Id="rId4" Type="http://schemas.openxmlformats.org/officeDocument/2006/relationships/image" Target="../media/image14.png"  /><Relationship Id="rId5" Type="http://schemas.openxmlformats.org/officeDocument/2006/relationships/image" Target="../media/image15.png"  /><Relationship Id="rId6" Type="http://schemas.openxmlformats.org/officeDocument/2006/relationships/image" Target="../media/image16.png"  /><Relationship Id="rId7" Type="http://schemas.openxmlformats.org/officeDocument/2006/relationships/image" Target="../media/image17.png"  /><Relationship Id="rId8" Type="http://schemas.openxmlformats.org/officeDocument/2006/relationships/image" Target="../media/image18.png"  /><Relationship Id="rId9" Type="http://schemas.openxmlformats.org/officeDocument/2006/relationships/image" Target="../media/image19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2.png"  /><Relationship Id="rId3" Type="http://schemas.openxmlformats.org/officeDocument/2006/relationships/image" Target="../media/image15.png"  /><Relationship Id="rId4" Type="http://schemas.openxmlformats.org/officeDocument/2006/relationships/image" Target="../media/image18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3.png"  /><Relationship Id="rId3" Type="http://schemas.openxmlformats.org/officeDocument/2006/relationships/image" Target="../media/image15.png"  /><Relationship Id="rId4" Type="http://schemas.openxmlformats.org/officeDocument/2006/relationships/image" Target="../media/image18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3.png"  /><Relationship Id="rId3" Type="http://schemas.openxmlformats.org/officeDocument/2006/relationships/image" Target="../media/image15.png"  /><Relationship Id="rId4" Type="http://schemas.openxmlformats.org/officeDocument/2006/relationships/image" Target="../media/image18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4.png"  /><Relationship Id="rId3" Type="http://schemas.openxmlformats.org/officeDocument/2006/relationships/image" Target="../media/image15.png"  /><Relationship Id="rId4" Type="http://schemas.openxmlformats.org/officeDocument/2006/relationships/image" Target="../media/image18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2.png"  /><Relationship Id="rId3" Type="http://schemas.openxmlformats.org/officeDocument/2006/relationships/image" Target="../media/image15.png"  /><Relationship Id="rId4" Type="http://schemas.openxmlformats.org/officeDocument/2006/relationships/image" Target="../media/image18.png"  /><Relationship Id="rId5" Type="http://schemas.openxmlformats.org/officeDocument/2006/relationships/image" Target="../media/image25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6.png"  /><Relationship Id="rId3" Type="http://schemas.openxmlformats.org/officeDocument/2006/relationships/image" Target="../media/image15.png"  /><Relationship Id="rId4" Type="http://schemas.openxmlformats.org/officeDocument/2006/relationships/image" Target="../media/image18.png"  /><Relationship Id="rId5" Type="http://schemas.openxmlformats.org/officeDocument/2006/relationships/image" Target="../media/image27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4.png"  /><Relationship Id="rId3" Type="http://schemas.openxmlformats.org/officeDocument/2006/relationships/image" Target="../media/image15.png"  /><Relationship Id="rId4" Type="http://schemas.openxmlformats.org/officeDocument/2006/relationships/image" Target="../media/image18.png"  /><Relationship Id="rId5" Type="http://schemas.openxmlformats.org/officeDocument/2006/relationships/image" Target="../media/image28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4.png"  /><Relationship Id="rId3" Type="http://schemas.openxmlformats.org/officeDocument/2006/relationships/image" Target="../media/image15.png"  /><Relationship Id="rId4" Type="http://schemas.openxmlformats.org/officeDocument/2006/relationships/image" Target="../media/image18.png"  /><Relationship Id="rId5" Type="http://schemas.openxmlformats.org/officeDocument/2006/relationships/image" Target="../media/image29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4.png"  /><Relationship Id="rId3" Type="http://schemas.openxmlformats.org/officeDocument/2006/relationships/image" Target="../media/image15.png"  /><Relationship Id="rId4" Type="http://schemas.openxmlformats.org/officeDocument/2006/relationships/image" Target="../media/image18.png"  /><Relationship Id="rId5" Type="http://schemas.openxmlformats.org/officeDocument/2006/relationships/image" Target="../media/image30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4.png"  /><Relationship Id="rId3" Type="http://schemas.openxmlformats.org/officeDocument/2006/relationships/image" Target="../media/image15.png"  /><Relationship Id="rId4" Type="http://schemas.openxmlformats.org/officeDocument/2006/relationships/image" Target="../media/image18.png"  /><Relationship Id="rId5" Type="http://schemas.openxmlformats.org/officeDocument/2006/relationships/image" Target="../media/image31.pn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6.png"  /><Relationship Id="rId3" Type="http://schemas.openxmlformats.org/officeDocument/2006/relationships/image" Target="../media/image15.png"  /><Relationship Id="rId4" Type="http://schemas.openxmlformats.org/officeDocument/2006/relationships/image" Target="../media/image18.png"  /><Relationship Id="rId5" Type="http://schemas.openxmlformats.org/officeDocument/2006/relationships/image" Target="../media/image32.png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3.png"  /><Relationship Id="rId3" Type="http://schemas.openxmlformats.org/officeDocument/2006/relationships/image" Target="../media/image15.png"  /><Relationship Id="rId4" Type="http://schemas.openxmlformats.org/officeDocument/2006/relationships/image" Target="../media/image18.png"  /><Relationship Id="rId5" Type="http://schemas.openxmlformats.org/officeDocument/2006/relationships/image" Target="../media/image33.png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34.png"  /><Relationship Id="rId3" Type="http://schemas.openxmlformats.org/officeDocument/2006/relationships/image" Target="../media/image1.png"  /><Relationship Id="rId4" Type="http://schemas.openxmlformats.org/officeDocument/2006/relationships/image" Target="../media/image35.png"  /><Relationship Id="rId5" Type="http://schemas.openxmlformats.org/officeDocument/2006/relationships/image" Target="../media/image5.png"  /><Relationship Id="rId6" Type="http://schemas.openxmlformats.org/officeDocument/2006/relationships/image" Target="../media/image36.png"  /><Relationship Id="rId7" Type="http://schemas.openxmlformats.org/officeDocument/2006/relationships/image" Target="../media/image37.png"  /><Relationship Id="rId8" Type="http://schemas.openxmlformats.org/officeDocument/2006/relationships/image" Target="../media/image38.png"  /></Relationships>
</file>

<file path=ppt/slides/slide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000000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63000"/>
          </a:blip>
          <a:stretch>
            <a:fillRect/>
          </a:stretch>
        </p:blipFill>
        <p:spPr>
          <a:xfrm rot="0">
            <a:off x="-508000" y="5321300"/>
            <a:ext cx="25400000" cy="254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714500" y="2247900"/>
            <a:ext cx="13817600" cy="6362700"/>
          </a:xfrm>
          <a:prstGeom prst="rect">
            <a:avLst/>
          </a:prstGeom>
        </p:spPr>
        <p:txBody>
          <a:bodyPr anchor="ctr" rtlCol="false" lIns="0" tIns="170984" rIns="0" bIns="170984"/>
          <a:lstStyle/>
          <a:p>
            <a:pPr algn="l" lvl="0">
              <a:lnSpc>
                <a:spcPct val="101259"/>
              </a:lnSpc>
            </a:pPr>
            <a:r>
              <a:rPr lang="en" sz="14959" b="false" i="false" u="none" strike="noStrike">
                <a:solidFill>
                  <a:srgbClr val="9EFF00"/>
                </a:solidFill>
                <a:latin typeface="Anek Tamil Expanded ExtraBold"/>
              </a:rPr>
              <a:t>C</a:t>
            </a:r>
            <a:r>
              <a:rPr lang="en" sz="14959" b="false" i="false" u="none" strike="noStrike">
                <a:solidFill>
                  <a:srgbClr val="FFFFFF"/>
                </a:solidFill>
                <a:latin typeface="Anek Tamil Expanded ExtraBold"/>
              </a:rPr>
              <a:t>AS</a:t>
            </a:r>
          </a:p>
          <a:p>
            <a:pPr algn="l" lvl="0">
              <a:lnSpc>
                <a:spcPct val="101259"/>
              </a:lnSpc>
            </a:pPr>
            <a:r>
              <a:rPr lang="en" sz="14959" b="false" i="false" u="none" strike="noStrike">
                <a:solidFill>
                  <a:srgbClr val="FFFFFF"/>
                </a:solidFill>
                <a:latin typeface="Anek Tamil Expanded ExtraBold"/>
              </a:rPr>
              <a:t>5</a:t>
            </a:r>
            <a:r>
              <a:rPr lang="en" sz="14959" b="false" i="false" u="none" strike="noStrike">
                <a:solidFill>
                  <a:srgbClr val="FFFFFF"/>
                </a:solidFill>
                <a:ea typeface="SB AggroOTF Medium"/>
              </a:rPr>
              <a:t>주차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1569700" y="-4686300"/>
            <a:ext cx="7416800" cy="74168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9113500" y="10617200"/>
            <a:ext cx="7416800" cy="7416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2">
            <a:alphaModFix amt="63000"/>
          </a:blip>
          <a:stretch>
            <a:fillRect/>
          </a:stretch>
        </p:blipFill>
        <p:spPr>
          <a:xfrm rot="0">
            <a:off x="-508000" y="7670800"/>
            <a:ext cx="25400000" cy="25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2">
            <a:alphaModFix amt="63000"/>
          </a:blip>
          <a:stretch>
            <a:fillRect/>
          </a:stretch>
        </p:blipFill>
        <p:spPr>
          <a:xfrm rot="0">
            <a:off x="-508000" y="2971800"/>
            <a:ext cx="25400000" cy="254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21005800" y="952500"/>
            <a:ext cx="3251200" cy="431800"/>
          </a:xfrm>
          <a:prstGeom prst="rect">
            <a:avLst/>
          </a:prstGeom>
        </p:spPr>
        <p:txBody>
          <a:bodyPr anchor="ctr" rtlCol="false"/>
          <a:lstStyle/>
          <a:p>
            <a:pPr algn="l" lvl="0">
              <a:lnSpc>
                <a:spcPct val="116199"/>
              </a:lnSpc>
            </a:pPr>
            <a:r>
              <a:rPr lang="en" sz="2455" b="false" i="false" u="none" strike="noStrike">
                <a:solidFill>
                  <a:srgbClr val="FFFFFF"/>
                </a:solidFill>
                <a:latin typeface="Anek Tamil Expanded Regular"/>
              </a:rPr>
              <a:t>MIRICOMPANY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0307300" y="1016000"/>
            <a:ext cx="609600" cy="279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714500" y="11988800"/>
            <a:ext cx="1841500" cy="5080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3683000" y="12052300"/>
            <a:ext cx="2679700" cy="355600"/>
          </a:xfrm>
          <a:prstGeom prst="rect">
            <a:avLst/>
          </a:prstGeom>
        </p:spPr>
        <p:txBody>
          <a:bodyPr anchor="ctr" rtlCol="false"/>
          <a:lstStyle/>
          <a:p>
            <a:pPr algn="l" lvl="0">
              <a:lnSpc>
                <a:spcPct val="116199"/>
              </a:lnSpc>
            </a:pPr>
            <a:r>
              <a:rPr lang="en" sz="2022" b="false" i="false" u="none" strike="noStrike">
                <a:solidFill>
                  <a:srgbClr val="FFFFFF"/>
                </a:solidFill>
                <a:latin typeface="Anek Tamil Expanded Regular"/>
              </a:rPr>
              <a:t>+123-456-7890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993900" y="12090400"/>
            <a:ext cx="1282700" cy="279400"/>
          </a:xfrm>
          <a:prstGeom prst="rect">
            <a:avLst/>
          </a:prstGeom>
        </p:spPr>
        <p:txBody>
          <a:bodyPr anchor="ctr" rtlCol="false"/>
          <a:lstStyle/>
          <a:p>
            <a:pPr algn="ctr" lvl="0">
              <a:lnSpc>
                <a:spcPct val="116199"/>
              </a:lnSpc>
            </a:pPr>
            <a:r>
              <a:rPr lang="en" sz="1578" b="false" i="false" u="none" strike="noStrike" spc="-79">
                <a:solidFill>
                  <a:srgbClr val="000000"/>
                </a:solidFill>
                <a:latin typeface="Anek Tamil Expanded ExtraBold"/>
              </a:rPr>
              <a:t>PHONE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273800" y="11988800"/>
            <a:ext cx="1841500" cy="5080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8242300" y="12052300"/>
            <a:ext cx="2679700" cy="355600"/>
          </a:xfrm>
          <a:prstGeom prst="rect">
            <a:avLst/>
          </a:prstGeom>
        </p:spPr>
        <p:txBody>
          <a:bodyPr anchor="ctr" rtlCol="false"/>
          <a:lstStyle/>
          <a:p>
            <a:pPr algn="l" lvl="0">
              <a:lnSpc>
                <a:spcPct val="116199"/>
              </a:lnSpc>
            </a:pPr>
            <a:r>
              <a:rPr lang="en" sz="2022" b="false" i="false" u="none" strike="noStrike">
                <a:solidFill>
                  <a:srgbClr val="FFFFFF"/>
                </a:solidFill>
                <a:latin typeface="Anek Tamil Expanded Regular"/>
              </a:rPr>
              <a:t>yoursitehere.com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553200" y="12090400"/>
            <a:ext cx="1282700" cy="279400"/>
          </a:xfrm>
          <a:prstGeom prst="rect">
            <a:avLst/>
          </a:prstGeom>
        </p:spPr>
        <p:txBody>
          <a:bodyPr anchor="ctr" rtlCol="false"/>
          <a:lstStyle/>
          <a:p>
            <a:pPr algn="ctr" lvl="0">
              <a:lnSpc>
                <a:spcPct val="116199"/>
              </a:lnSpc>
            </a:pPr>
            <a:r>
              <a:rPr lang="en" sz="1578" b="false" i="false" u="none" strike="noStrike" spc="-79">
                <a:solidFill>
                  <a:srgbClr val="000000"/>
                </a:solidFill>
                <a:latin typeface="Anek Tamil Expanded ExtraBold"/>
              </a:rPr>
              <a:t>WEBSITE</a:t>
            </a:r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176000" y="11988800"/>
            <a:ext cx="1841500" cy="5080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753600" y="6451600"/>
            <a:ext cx="406400" cy="4064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261600" y="6451600"/>
            <a:ext cx="406400" cy="4064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769600" y="6451600"/>
            <a:ext cx="406400" cy="4064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4147800" y="2908300"/>
            <a:ext cx="8610600" cy="85979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1399500" y="9601200"/>
            <a:ext cx="406400" cy="4064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1907500" y="9601200"/>
            <a:ext cx="406400" cy="4064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2415500" y="9601200"/>
            <a:ext cx="406400" cy="4064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828800" y="1574800"/>
            <a:ext cx="1397000" cy="1168400"/>
          </a:xfrm>
          <a:prstGeom prst="rect">
            <a:avLst/>
          </a:prstGeom>
        </p:spPr>
      </p:pic>
      <p:sp>
        <p:nvSpPr>
          <p:cNvPr name="TextBox 25" id="25"/>
          <p:cNvSpPr txBox="true"/>
          <p:nvPr/>
        </p:nvSpPr>
        <p:spPr>
          <a:xfrm rot="0">
            <a:off x="13144500" y="12052300"/>
            <a:ext cx="4279900" cy="355600"/>
          </a:xfrm>
          <a:prstGeom prst="rect">
            <a:avLst/>
          </a:prstGeom>
        </p:spPr>
        <p:txBody>
          <a:bodyPr anchor="ctr" rtlCol="false"/>
          <a:lstStyle/>
          <a:p>
            <a:pPr algn="l" lvl="0">
              <a:lnSpc>
                <a:spcPct val="116199"/>
              </a:lnSpc>
            </a:pPr>
            <a:r>
              <a:rPr lang="en" sz="2022" b="false" i="false" u="none" strike="noStrike">
                <a:solidFill>
                  <a:srgbClr val="FFFFFF"/>
                </a:solidFill>
                <a:latin typeface="Anek Tamil Expanded Regular"/>
              </a:rPr>
              <a:t>123 Anywhere St., Any City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455400" y="12090400"/>
            <a:ext cx="1282700" cy="279400"/>
          </a:xfrm>
          <a:prstGeom prst="rect">
            <a:avLst/>
          </a:prstGeom>
        </p:spPr>
        <p:txBody>
          <a:bodyPr anchor="ctr" rtlCol="false"/>
          <a:lstStyle/>
          <a:p>
            <a:pPr algn="ctr" lvl="0">
              <a:lnSpc>
                <a:spcPct val="116199"/>
              </a:lnSpc>
            </a:pPr>
            <a:r>
              <a:rPr lang="en" sz="1578" b="false" i="false" u="none" strike="noStrike" spc="-79">
                <a:solidFill>
                  <a:srgbClr val="000000"/>
                </a:solidFill>
                <a:latin typeface="Anek Tamil Expanded ExtraBold"/>
              </a:rPr>
              <a:t>LOCATION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000000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816100" y="2705100"/>
            <a:ext cx="10287000" cy="2641600"/>
          </a:xfrm>
          <a:prstGeom prst="rect">
            <a:avLst/>
          </a:prstGeom>
        </p:spPr>
        <p:txBody>
          <a:bodyPr anchor="ctr" rtlCol="false" lIns="0" tIns="169702" rIns="0" bIns="169702"/>
          <a:lstStyle/>
          <a:p>
            <a:pPr algn="l" lvl="0">
              <a:lnSpc>
                <a:spcPct val="101259"/>
              </a:lnSpc>
            </a:pPr>
            <a:r>
              <a:rPr lang="en" sz="14847" b="false" i="false" u="none" strike="noStrike">
                <a:solidFill>
                  <a:srgbClr val="9EFF00"/>
                </a:solidFill>
                <a:latin typeface="Anek Tamil Expanded ExtraBold"/>
              </a:rPr>
              <a:t>Agenda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917700" y="2374900"/>
            <a:ext cx="406400" cy="406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425700" y="2374900"/>
            <a:ext cx="406400" cy="406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933700" y="2374900"/>
            <a:ext cx="406400" cy="406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52500" y="9690100"/>
            <a:ext cx="6591300" cy="65913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6471900" y="-2362200"/>
            <a:ext cx="6591300" cy="65913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5">
            <a:alphaModFix amt="26000"/>
          </a:blip>
          <a:stretch>
            <a:fillRect/>
          </a:stretch>
        </p:blipFill>
        <p:spPr>
          <a:xfrm rot="0">
            <a:off x="12344400" y="5892800"/>
            <a:ext cx="2273300" cy="2311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alphaModFix amt="26000"/>
          </a:blip>
          <a:stretch>
            <a:fillRect/>
          </a:stretch>
        </p:blipFill>
        <p:spPr>
          <a:xfrm rot="0">
            <a:off x="15227300" y="5892800"/>
            <a:ext cx="2273300" cy="2311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alphaModFix amt="26000"/>
          </a:blip>
          <a:stretch>
            <a:fillRect/>
          </a:stretch>
        </p:blipFill>
        <p:spPr>
          <a:xfrm rot="0">
            <a:off x="18110200" y="5892800"/>
            <a:ext cx="2273300" cy="23114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10464800" y="7048500"/>
            <a:ext cx="5308600" cy="596900"/>
          </a:xfrm>
          <a:prstGeom prst="rect">
            <a:avLst/>
          </a:prstGeom>
        </p:spPr>
        <p:txBody>
          <a:bodyPr anchor="ctr" rtlCol="false"/>
          <a:lstStyle/>
          <a:p>
            <a:pPr algn="l" lvl="0">
              <a:lnSpc>
                <a:spcPct val="116199"/>
              </a:lnSpc>
            </a:pPr>
            <a:r>
              <a:rPr lang="en" sz="3346" b="false" i="false" u="none" strike="noStrike">
                <a:solidFill>
                  <a:srgbClr val="FFFFFF"/>
                </a:solidFill>
                <a:ea typeface="Anek Tamil Expanded Regular"/>
              </a:rPr>
              <a:t>공지사항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588500" y="7035800"/>
            <a:ext cx="1562100" cy="609600"/>
          </a:xfrm>
          <a:prstGeom prst="rect">
            <a:avLst/>
          </a:prstGeom>
        </p:spPr>
        <p:txBody>
          <a:bodyPr anchor="ctr" rtlCol="false"/>
          <a:lstStyle/>
          <a:p>
            <a:pPr algn="l" lvl="0">
              <a:lnSpc>
                <a:spcPct val="116199"/>
              </a:lnSpc>
            </a:pPr>
            <a:r>
              <a:rPr lang="en" sz="3442" b="false" i="false" u="none" strike="noStrike">
                <a:solidFill>
                  <a:srgbClr val="FFFFFF"/>
                </a:solidFill>
                <a:latin typeface="Anek Tamil Expanded ExtraBold"/>
              </a:rPr>
              <a:t>01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6">
            <a:alphaModFix amt="63000"/>
          </a:blip>
          <a:stretch>
            <a:fillRect/>
          </a:stretch>
        </p:blipFill>
        <p:spPr>
          <a:xfrm rot="0">
            <a:off x="9601200" y="7797800"/>
            <a:ext cx="5956300" cy="254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10464800" y="8369300"/>
            <a:ext cx="5308600" cy="596900"/>
          </a:xfrm>
          <a:prstGeom prst="rect">
            <a:avLst/>
          </a:prstGeom>
        </p:spPr>
        <p:txBody>
          <a:bodyPr anchor="ctr" rtlCol="false"/>
          <a:lstStyle/>
          <a:p>
            <a:pPr algn="l" lvl="0">
              <a:lnSpc>
                <a:spcPct val="116199"/>
              </a:lnSpc>
            </a:pPr>
            <a:r>
              <a:rPr lang="ko-KR" sz="3346" b="false" i="false" u="none" strike="noStrike">
                <a:solidFill>
                  <a:srgbClr val="FFFFFF"/>
                </a:solidFill>
                <a:ea typeface="Anek Tamil Expanded Regular"/>
              </a:rPr>
              <a:t>복습</a:t>
            </a:r>
            <a:r>
              <a:rPr lang="en-US" sz="3346" b="false" i="false" u="none" strike="noStrike">
                <a:solidFill>
                  <a:srgbClr val="FFFFFF"/>
                </a:solidFill>
                <a:latin typeface="Anek Tamil Expanded Regular"/>
              </a:rPr>
              <a:t> </a:t>
            </a:r>
            <a:r>
              <a:rPr lang="ko-KR" sz="3346" b="false" i="false" u="none" strike="noStrike">
                <a:solidFill>
                  <a:srgbClr val="FFFFFF"/>
                </a:solidFill>
                <a:ea typeface="Anek Tamil Expanded Regular"/>
              </a:rPr>
              <a:t>문제풀이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588500" y="8356600"/>
            <a:ext cx="1562100" cy="609600"/>
          </a:xfrm>
          <a:prstGeom prst="rect">
            <a:avLst/>
          </a:prstGeom>
        </p:spPr>
        <p:txBody>
          <a:bodyPr anchor="ctr" rtlCol="false"/>
          <a:lstStyle/>
          <a:p>
            <a:pPr algn="l" lvl="0">
              <a:lnSpc>
                <a:spcPct val="116199"/>
              </a:lnSpc>
            </a:pPr>
            <a:r>
              <a:rPr lang="en" sz="3442" b="false" i="false" u="none" strike="noStrike">
                <a:solidFill>
                  <a:srgbClr val="FFFFFF"/>
                </a:solidFill>
                <a:latin typeface="Anek Tamil Expanded ExtraBold"/>
              </a:rPr>
              <a:t>02</a:t>
            </a:r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6">
            <a:alphaModFix amt="63000"/>
          </a:blip>
          <a:stretch>
            <a:fillRect/>
          </a:stretch>
        </p:blipFill>
        <p:spPr>
          <a:xfrm rot="0">
            <a:off x="9601200" y="9118600"/>
            <a:ext cx="5956300" cy="25400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10464800" y="9690100"/>
            <a:ext cx="5308600" cy="596900"/>
          </a:xfrm>
          <a:prstGeom prst="rect">
            <a:avLst/>
          </a:prstGeom>
        </p:spPr>
        <p:txBody>
          <a:bodyPr anchor="ctr" rtlCol="false"/>
          <a:lstStyle/>
          <a:p>
            <a:pPr algn="l" lvl="0">
              <a:lnSpc>
                <a:spcPct val="116199"/>
              </a:lnSpc>
            </a:pPr>
            <a:r>
              <a:rPr lang="ko-KR" sz="3346" b="false" i="false" u="none" strike="noStrike">
                <a:solidFill>
                  <a:srgbClr val="FFFFFF"/>
                </a:solidFill>
                <a:ea typeface="Anek Tamil Expanded Regular"/>
              </a:rPr>
              <a:t>개념</a:t>
            </a:r>
            <a:r>
              <a:rPr lang="en-US" sz="3346" b="false" i="false" u="none" strike="noStrike">
                <a:solidFill>
                  <a:srgbClr val="FFFFFF"/>
                </a:solidFill>
                <a:latin typeface="Anek Tamil Expanded Regular"/>
              </a:rPr>
              <a:t> </a:t>
            </a:r>
            <a:r>
              <a:rPr lang="ko-KR" sz="3346" b="false" i="false" u="none" strike="noStrike">
                <a:solidFill>
                  <a:srgbClr val="FFFFFF"/>
                </a:solidFill>
                <a:ea typeface="Anek Tamil Expanded Regular"/>
              </a:rPr>
              <a:t>학습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588500" y="9677400"/>
            <a:ext cx="800100" cy="609600"/>
          </a:xfrm>
          <a:prstGeom prst="rect">
            <a:avLst/>
          </a:prstGeom>
        </p:spPr>
        <p:txBody>
          <a:bodyPr anchor="ctr" rtlCol="false"/>
          <a:lstStyle/>
          <a:p>
            <a:pPr algn="l" lvl="0">
              <a:lnSpc>
                <a:spcPct val="116199"/>
              </a:lnSpc>
            </a:pPr>
            <a:r>
              <a:rPr lang="en" sz="3442" b="false" i="false" u="none" strike="noStrike">
                <a:solidFill>
                  <a:srgbClr val="FFFFFF"/>
                </a:solidFill>
                <a:latin typeface="Anek Tamil Expanded ExtraBold"/>
              </a:rPr>
              <a:t>03</a:t>
            </a:r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6">
            <a:alphaModFix amt="63000"/>
          </a:blip>
          <a:stretch>
            <a:fillRect/>
          </a:stretch>
        </p:blipFill>
        <p:spPr>
          <a:xfrm rot="0">
            <a:off x="9601200" y="10439400"/>
            <a:ext cx="5956300" cy="25400"/>
          </a:xfrm>
          <a:prstGeom prst="rect">
            <a:avLst/>
          </a:prstGeom>
        </p:spPr>
      </p:pic>
      <p:sp>
        <p:nvSpPr>
          <p:cNvPr name="TextBox 20" id="20"/>
          <p:cNvSpPr txBox="true"/>
          <p:nvPr/>
        </p:nvSpPr>
        <p:spPr>
          <a:xfrm rot="0">
            <a:off x="10464800" y="11010900"/>
            <a:ext cx="5308600" cy="596900"/>
          </a:xfrm>
          <a:prstGeom prst="rect">
            <a:avLst/>
          </a:prstGeom>
        </p:spPr>
        <p:txBody>
          <a:bodyPr anchor="ctr" rtlCol="false"/>
          <a:lstStyle/>
          <a:p>
            <a:pPr algn="l" lvl="0">
              <a:lnSpc>
                <a:spcPct val="116199"/>
              </a:lnSpc>
            </a:pPr>
            <a:r>
              <a:rPr lang="ko-KR" sz="3346" b="false" i="false" u="none" strike="noStrike">
                <a:solidFill>
                  <a:srgbClr val="FFFFFF"/>
                </a:solidFill>
                <a:ea typeface="Anek Tamil Expanded Regular"/>
              </a:rPr>
              <a:t>이번주</a:t>
            </a:r>
            <a:r>
              <a:rPr lang="en-US" sz="3346" b="false" i="false" u="none" strike="noStrike">
                <a:solidFill>
                  <a:srgbClr val="FFFFFF"/>
                </a:solidFill>
                <a:latin typeface="Anek Tamil Expanded Regular"/>
              </a:rPr>
              <a:t> </a:t>
            </a:r>
            <a:r>
              <a:rPr lang="ko-KR" sz="3346" b="false" i="false" u="none" strike="noStrike">
                <a:solidFill>
                  <a:srgbClr val="FFFFFF"/>
                </a:solidFill>
                <a:ea typeface="Anek Tamil Expanded Regular"/>
              </a:rPr>
              <a:t>문제풀이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588500" y="10998200"/>
            <a:ext cx="1562100" cy="609600"/>
          </a:xfrm>
          <a:prstGeom prst="rect">
            <a:avLst/>
          </a:prstGeom>
        </p:spPr>
        <p:txBody>
          <a:bodyPr anchor="ctr" rtlCol="false"/>
          <a:lstStyle/>
          <a:p>
            <a:pPr algn="l" lvl="0">
              <a:lnSpc>
                <a:spcPct val="116199"/>
              </a:lnSpc>
            </a:pPr>
            <a:r>
              <a:rPr lang="en" sz="3442" b="false" i="false" u="none" strike="noStrike">
                <a:solidFill>
                  <a:srgbClr val="FFFFFF"/>
                </a:solidFill>
                <a:latin typeface="Anek Tamil Expanded ExtraBold"/>
              </a:rPr>
              <a:t>04</a:t>
            </a:r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6">
            <a:alphaModFix amt="63000"/>
          </a:blip>
          <a:stretch>
            <a:fillRect/>
          </a:stretch>
        </p:blipFill>
        <p:spPr>
          <a:xfrm rot="0">
            <a:off x="9601200" y="11747500"/>
            <a:ext cx="5956300" cy="25400"/>
          </a:xfrm>
          <a:prstGeom prst="rect">
            <a:avLst/>
          </a:prstGeom>
        </p:spPr>
      </p:pic>
      <p:sp>
        <p:nvSpPr>
          <p:cNvPr name="TextBox 23" id="23"/>
          <p:cNvSpPr txBox="true"/>
          <p:nvPr/>
        </p:nvSpPr>
        <p:spPr>
          <a:xfrm rot="0">
            <a:off x="17259300" y="7048500"/>
            <a:ext cx="5308600" cy="596900"/>
          </a:xfrm>
          <a:prstGeom prst="rect">
            <a:avLst/>
          </a:prstGeom>
        </p:spPr>
        <p:txBody>
          <a:bodyPr anchor="ctr" rtlCol="false"/>
          <a:lstStyle/>
          <a:p>
            <a:pPr algn="l" lvl="0">
              <a:lnSpc>
                <a:spcPct val="116199"/>
              </a:lnSpc>
            </a:pPr>
            <a:r>
              <a:rPr lang="en" sz="3346" b="false" i="false" u="none" strike="noStrike">
                <a:solidFill>
                  <a:srgbClr val="FFFFFF"/>
                </a:solidFill>
                <a:latin typeface="Anek Tamil Expanded Regular"/>
              </a:rPr>
              <a:t>Budget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370300" y="7048500"/>
            <a:ext cx="1562100" cy="609600"/>
          </a:xfrm>
          <a:prstGeom prst="rect">
            <a:avLst/>
          </a:prstGeom>
        </p:spPr>
        <p:txBody>
          <a:bodyPr anchor="ctr" rtlCol="false"/>
          <a:lstStyle/>
          <a:p>
            <a:pPr algn="l" lvl="0">
              <a:lnSpc>
                <a:spcPct val="116199"/>
              </a:lnSpc>
            </a:pPr>
            <a:r>
              <a:rPr lang="en" sz="3442" b="false" i="false" u="none" strike="noStrike">
                <a:solidFill>
                  <a:srgbClr val="FFFFFF"/>
                </a:solidFill>
                <a:latin typeface="Anek Tamil Expanded ExtraBold"/>
              </a:rPr>
              <a:t>05</a:t>
            </a:r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6">
            <a:alphaModFix amt="63000"/>
          </a:blip>
          <a:stretch>
            <a:fillRect/>
          </a:stretch>
        </p:blipFill>
        <p:spPr>
          <a:xfrm rot="0">
            <a:off x="16383000" y="7797800"/>
            <a:ext cx="5956300" cy="25400"/>
          </a:xfrm>
          <a:prstGeom prst="rect">
            <a:avLst/>
          </a:prstGeom>
        </p:spPr>
      </p:pic>
      <p:sp>
        <p:nvSpPr>
          <p:cNvPr name="TextBox 26" id="26"/>
          <p:cNvSpPr txBox="true"/>
          <p:nvPr/>
        </p:nvSpPr>
        <p:spPr>
          <a:xfrm rot="0">
            <a:off x="17259300" y="8369300"/>
            <a:ext cx="5308600" cy="596900"/>
          </a:xfrm>
          <a:prstGeom prst="rect">
            <a:avLst/>
          </a:prstGeom>
        </p:spPr>
        <p:txBody>
          <a:bodyPr anchor="ctr" rtlCol="false"/>
          <a:lstStyle/>
          <a:p>
            <a:pPr algn="l" lvl="0">
              <a:lnSpc>
                <a:spcPct val="116199"/>
              </a:lnSpc>
            </a:pPr>
            <a:r>
              <a:rPr lang="en" sz="3346" b="false" i="false" u="none" strike="noStrike">
                <a:solidFill>
                  <a:srgbClr val="FFFFFF"/>
                </a:solidFill>
                <a:latin typeface="Anek Tamil Expanded Regular"/>
              </a:rPr>
              <a:t>Marketing Mix 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6370300" y="8356600"/>
            <a:ext cx="1562100" cy="609600"/>
          </a:xfrm>
          <a:prstGeom prst="rect">
            <a:avLst/>
          </a:prstGeom>
        </p:spPr>
        <p:txBody>
          <a:bodyPr anchor="ctr" rtlCol="false"/>
          <a:lstStyle/>
          <a:p>
            <a:pPr algn="l" lvl="0">
              <a:lnSpc>
                <a:spcPct val="116199"/>
              </a:lnSpc>
            </a:pPr>
            <a:r>
              <a:rPr lang="en" sz="3442" b="false" i="false" u="none" strike="noStrike">
                <a:solidFill>
                  <a:srgbClr val="FFFFFF"/>
                </a:solidFill>
                <a:latin typeface="Anek Tamil Expanded ExtraBold"/>
              </a:rPr>
              <a:t>06</a:t>
            </a:r>
          </a:p>
        </p:txBody>
      </p:sp>
      <p:pic>
        <p:nvPicPr>
          <p:cNvPr name="Picture 28" id="28"/>
          <p:cNvPicPr>
            <a:picLocks noChangeAspect="true"/>
          </p:cNvPicPr>
          <p:nvPr/>
        </p:nvPicPr>
        <p:blipFill>
          <a:blip r:embed="rId6">
            <a:alphaModFix amt="63000"/>
          </a:blip>
          <a:stretch>
            <a:fillRect/>
          </a:stretch>
        </p:blipFill>
        <p:spPr>
          <a:xfrm rot="0">
            <a:off x="16383000" y="9118600"/>
            <a:ext cx="5956300" cy="25400"/>
          </a:xfrm>
          <a:prstGeom prst="rect">
            <a:avLst/>
          </a:prstGeom>
        </p:spPr>
      </p:pic>
      <p:sp>
        <p:nvSpPr>
          <p:cNvPr name="TextBox 29" id="29"/>
          <p:cNvSpPr txBox="true"/>
          <p:nvPr/>
        </p:nvSpPr>
        <p:spPr>
          <a:xfrm rot="0">
            <a:off x="17259300" y="9690100"/>
            <a:ext cx="5308600" cy="596900"/>
          </a:xfrm>
          <a:prstGeom prst="rect">
            <a:avLst/>
          </a:prstGeom>
        </p:spPr>
        <p:txBody>
          <a:bodyPr anchor="ctr" rtlCol="false"/>
          <a:lstStyle/>
          <a:p>
            <a:pPr algn="l" lvl="0">
              <a:lnSpc>
                <a:spcPct val="116199"/>
              </a:lnSpc>
            </a:pPr>
            <a:r>
              <a:rPr lang="en" sz="3346" b="false" i="false" u="none" strike="noStrike">
                <a:solidFill>
                  <a:srgbClr val="FFFFFF"/>
                </a:solidFill>
                <a:latin typeface="Anek Tamil Expanded Regular"/>
              </a:rPr>
              <a:t>Marketing Channels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6370300" y="9677400"/>
            <a:ext cx="1562100" cy="609600"/>
          </a:xfrm>
          <a:prstGeom prst="rect">
            <a:avLst/>
          </a:prstGeom>
        </p:spPr>
        <p:txBody>
          <a:bodyPr anchor="ctr" rtlCol="false"/>
          <a:lstStyle/>
          <a:p>
            <a:pPr algn="l" lvl="0">
              <a:lnSpc>
                <a:spcPct val="116199"/>
              </a:lnSpc>
            </a:pPr>
            <a:r>
              <a:rPr lang="en" sz="3442" b="false" i="false" u="none" strike="noStrike">
                <a:solidFill>
                  <a:srgbClr val="FFFFFF"/>
                </a:solidFill>
                <a:latin typeface="Anek Tamil Expanded ExtraBold"/>
              </a:rPr>
              <a:t>07</a:t>
            </a:r>
          </a:p>
        </p:txBody>
      </p:sp>
      <p:pic>
        <p:nvPicPr>
          <p:cNvPr name="Picture 31" id="31"/>
          <p:cNvPicPr>
            <a:picLocks noChangeAspect="true"/>
          </p:cNvPicPr>
          <p:nvPr/>
        </p:nvPicPr>
        <p:blipFill>
          <a:blip r:embed="rId6">
            <a:alphaModFix amt="63000"/>
          </a:blip>
          <a:stretch>
            <a:fillRect/>
          </a:stretch>
        </p:blipFill>
        <p:spPr>
          <a:xfrm rot="0">
            <a:off x="16383000" y="10439400"/>
            <a:ext cx="5956300" cy="25400"/>
          </a:xfrm>
          <a:prstGeom prst="rect">
            <a:avLst/>
          </a:prstGeom>
        </p:spPr>
      </p:pic>
      <p:sp>
        <p:nvSpPr>
          <p:cNvPr name="TextBox 32" id="32"/>
          <p:cNvSpPr txBox="true"/>
          <p:nvPr/>
        </p:nvSpPr>
        <p:spPr>
          <a:xfrm rot="0">
            <a:off x="17259300" y="11010900"/>
            <a:ext cx="5308600" cy="596900"/>
          </a:xfrm>
          <a:prstGeom prst="rect">
            <a:avLst/>
          </a:prstGeom>
        </p:spPr>
        <p:txBody>
          <a:bodyPr anchor="ctr" rtlCol="false"/>
          <a:lstStyle/>
          <a:p>
            <a:pPr algn="l" lvl="0">
              <a:lnSpc>
                <a:spcPct val="116199"/>
              </a:lnSpc>
            </a:pPr>
            <a:r>
              <a:rPr lang="en" sz="3346" b="false" i="false" u="none" strike="noStrike">
                <a:solidFill>
                  <a:srgbClr val="FFFFFF"/>
                </a:solidFill>
                <a:latin typeface="Anek Tamil Expanded Regular"/>
              </a:rPr>
              <a:t>KPI Overview 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6370300" y="10998200"/>
            <a:ext cx="1562100" cy="609600"/>
          </a:xfrm>
          <a:prstGeom prst="rect">
            <a:avLst/>
          </a:prstGeom>
        </p:spPr>
        <p:txBody>
          <a:bodyPr anchor="ctr" rtlCol="false"/>
          <a:lstStyle/>
          <a:p>
            <a:pPr algn="l" lvl="0">
              <a:lnSpc>
                <a:spcPct val="116199"/>
              </a:lnSpc>
            </a:pPr>
            <a:r>
              <a:rPr lang="en" sz="3442" b="false" i="false" u="none" strike="noStrike">
                <a:solidFill>
                  <a:srgbClr val="FFFFFF"/>
                </a:solidFill>
                <a:latin typeface="Anek Tamil Expanded ExtraBold"/>
              </a:rPr>
              <a:t>08</a:t>
            </a:r>
          </a:p>
        </p:txBody>
      </p:sp>
      <p:pic>
        <p:nvPicPr>
          <p:cNvPr name="Picture 34" id="34"/>
          <p:cNvPicPr>
            <a:picLocks noChangeAspect="true"/>
          </p:cNvPicPr>
          <p:nvPr/>
        </p:nvPicPr>
        <p:blipFill>
          <a:blip r:embed="rId6">
            <a:alphaModFix amt="63000"/>
          </a:blip>
          <a:stretch>
            <a:fillRect/>
          </a:stretch>
        </p:blipFill>
        <p:spPr>
          <a:xfrm rot="0">
            <a:off x="16383000" y="11747500"/>
            <a:ext cx="5956300" cy="25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676400" y="4800600"/>
            <a:ext cx="12166600" cy="74295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61000"/>
          </a:blip>
          <a:stretch>
            <a:fillRect/>
          </a:stretch>
        </p:blipFill>
        <p:spPr>
          <a:xfrm rot="0">
            <a:off x="76200" y="-482600"/>
            <a:ext cx="24485600" cy="39624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870200" y="1778000"/>
            <a:ext cx="5372100" cy="2260600"/>
          </a:xfrm>
          <a:prstGeom prst="rect">
            <a:avLst/>
          </a:prstGeom>
        </p:spPr>
        <p:txBody>
          <a:bodyPr anchor="ctr" rtlCol="false" lIns="0" tIns="145297" rIns="0" bIns="145297"/>
          <a:lstStyle/>
          <a:p>
            <a:pPr algn="l" lvl="0">
              <a:lnSpc>
                <a:spcPct val="101259"/>
              </a:lnSpc>
            </a:pPr>
            <a:r>
              <a:rPr lang="en" sz="12711" b="false" i="false" u="none" strike="noStrike" spc="-254">
                <a:solidFill>
                  <a:srgbClr val="000000"/>
                </a:solidFill>
                <a:ea typeface="SB AggroOTF Medium"/>
              </a:rPr>
              <a:t>벌금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524000" y="2400300"/>
            <a:ext cx="1079500" cy="10795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21386800" y="850900"/>
            <a:ext cx="2717800" cy="368300"/>
          </a:xfrm>
          <a:prstGeom prst="rect">
            <a:avLst/>
          </a:prstGeom>
        </p:spPr>
        <p:txBody>
          <a:bodyPr anchor="ctr" rtlCol="false"/>
          <a:lstStyle/>
          <a:p>
            <a:pPr algn="l" lvl="0">
              <a:lnSpc>
                <a:spcPct val="116199"/>
              </a:lnSpc>
            </a:pPr>
            <a:r>
              <a:rPr lang="en" sz="2053" b="false" i="false" u="none" strike="noStrike">
                <a:solidFill>
                  <a:srgbClr val="000000"/>
                </a:solidFill>
                <a:latin typeface="Anek Tamil Expanded Regular"/>
              </a:rPr>
              <a:t>MIRICOMPANY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0802600" y="901700"/>
            <a:ext cx="508000" cy="2286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1701800" y="2743200"/>
            <a:ext cx="736600" cy="457200"/>
          </a:xfrm>
          <a:prstGeom prst="rect">
            <a:avLst/>
          </a:prstGeom>
        </p:spPr>
        <p:txBody>
          <a:bodyPr anchor="ctr" rtlCol="false" lIns="0" tIns="29270" rIns="0" bIns="29270"/>
          <a:lstStyle/>
          <a:p>
            <a:pPr algn="ctr" lvl="0">
              <a:lnSpc>
                <a:spcPct val="101259"/>
              </a:lnSpc>
            </a:pPr>
            <a:r>
              <a:rPr lang="en" sz="2560" b="false" i="false" u="none" strike="noStrike">
                <a:solidFill>
                  <a:srgbClr val="000000"/>
                </a:solidFill>
                <a:latin typeface="Anek Tamil Expanded ExtraBold"/>
              </a:rPr>
              <a:t>05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676400" y="4127500"/>
            <a:ext cx="21031200" cy="25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1590000" y="2730500"/>
            <a:ext cx="1117600" cy="9271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-50800" y="13195300"/>
            <a:ext cx="24485600" cy="6858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032000" y="5080000"/>
            <a:ext cx="11036300" cy="64389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4211300" y="4800600"/>
            <a:ext cx="8496300" cy="74295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850900" y="850900"/>
            <a:ext cx="5511800" cy="368300"/>
          </a:xfrm>
          <a:prstGeom prst="rect">
            <a:avLst/>
          </a:prstGeom>
        </p:spPr>
        <p:txBody>
          <a:bodyPr anchor="ctr" rtlCol="false"/>
          <a:lstStyle/>
          <a:p>
            <a:pPr algn="l" lvl="0">
              <a:lnSpc>
                <a:spcPct val="116199"/>
              </a:lnSpc>
            </a:pPr>
            <a:r>
              <a:rPr lang="en" sz="2053" b="false" i="false" u="none" strike="noStrike" spc="-62">
                <a:solidFill>
                  <a:srgbClr val="000000">
                    <a:alpha val="67843"/>
                  </a:srgbClr>
                </a:solidFill>
                <a:latin typeface="Anek Tamil Expanded SemiBold"/>
              </a:rPr>
              <a:t>MARKETING PLAN Presentation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880600" y="2679700"/>
            <a:ext cx="10998200" cy="812800"/>
          </a:xfrm>
          <a:prstGeom prst="rect">
            <a:avLst/>
          </a:prstGeom>
        </p:spPr>
        <p:txBody>
          <a:bodyPr anchor="ctr" rtlCol="false"/>
          <a:lstStyle/>
          <a:p>
            <a:pPr algn="l" lvl="0">
              <a:lnSpc>
                <a:spcPct val="132800"/>
              </a:lnSpc>
            </a:pPr>
            <a:r>
              <a:rPr lang="en" sz="2120" b="false" i="false" u="none" strike="noStrike">
                <a:solidFill>
                  <a:srgbClr val="000000">
                    <a:alpha val="67059"/>
                  </a:srgbClr>
                </a:solidFill>
                <a:latin typeface="SB AggroOTF Light"/>
              </a:rPr>
              <a:t>Please add a short description about the topic. </a:t>
            </a:r>
          </a:p>
          <a:p>
            <a:pPr algn="l" lvl="0">
              <a:lnSpc>
                <a:spcPct val="132800"/>
              </a:lnSpc>
            </a:pPr>
            <a:r>
              <a:rPr lang="en" sz="2120" b="false" i="false" u="none" strike="noStrike">
                <a:solidFill>
                  <a:srgbClr val="000000">
                    <a:alpha val="67059"/>
                  </a:srgbClr>
                </a:solidFill>
                <a:latin typeface="SB AggroOTF Light"/>
              </a:rPr>
              <a:t>Explain the relevant details that is related to the relevant information. </a:t>
            </a:r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5227300" y="5816600"/>
            <a:ext cx="381000" cy="381000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15849600" y="5727700"/>
            <a:ext cx="2527300" cy="584200"/>
          </a:xfrm>
          <a:prstGeom prst="rect">
            <a:avLst/>
          </a:prstGeom>
        </p:spPr>
        <p:txBody>
          <a:bodyPr anchor="ctr" rtlCol="false" lIns="0" tIns="37346" rIns="0" bIns="37346"/>
          <a:lstStyle/>
          <a:p>
            <a:pPr algn="l" lvl="0">
              <a:lnSpc>
                <a:spcPct val="101259"/>
              </a:lnSpc>
            </a:pPr>
            <a:r>
              <a:rPr lang="en" sz="3267" b="false" i="false" u="none" strike="noStrike">
                <a:solidFill>
                  <a:srgbClr val="000000"/>
                </a:solidFill>
                <a:latin typeface="Anek Tamil Expanded ExtraBold"/>
              </a:rPr>
              <a:t>Item 1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5227300" y="6451600"/>
            <a:ext cx="6870700" cy="368300"/>
          </a:xfrm>
          <a:prstGeom prst="rect">
            <a:avLst/>
          </a:prstGeom>
        </p:spPr>
        <p:txBody>
          <a:bodyPr anchor="ctr" rtlCol="false"/>
          <a:lstStyle/>
          <a:p>
            <a:pPr algn="l" lvl="0">
              <a:lnSpc>
                <a:spcPct val="116199"/>
              </a:lnSpc>
            </a:pPr>
            <a:r>
              <a:rPr lang="en" sz="2052" b="false" i="false" u="none" strike="noStrike">
                <a:solidFill>
                  <a:srgbClr val="000000"/>
                </a:solidFill>
                <a:latin typeface="SB AggroOTF Light"/>
              </a:rPr>
              <a:t>Phasellus porta erat non odio semper dictum</a:t>
            </a:r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5227300" y="7353300"/>
            <a:ext cx="381000" cy="381000"/>
          </a:xfrm>
          <a:prstGeom prst="rect">
            <a:avLst/>
          </a:prstGeom>
        </p:spPr>
      </p:pic>
      <p:sp>
        <p:nvSpPr>
          <p:cNvPr name="TextBox 20" id="20"/>
          <p:cNvSpPr txBox="true"/>
          <p:nvPr/>
        </p:nvSpPr>
        <p:spPr>
          <a:xfrm rot="0">
            <a:off x="15849600" y="7251700"/>
            <a:ext cx="2527300" cy="584200"/>
          </a:xfrm>
          <a:prstGeom prst="rect">
            <a:avLst/>
          </a:prstGeom>
        </p:spPr>
        <p:txBody>
          <a:bodyPr anchor="ctr" rtlCol="false" lIns="0" tIns="37346" rIns="0" bIns="37346"/>
          <a:lstStyle/>
          <a:p>
            <a:pPr algn="l" lvl="0">
              <a:lnSpc>
                <a:spcPct val="101259"/>
              </a:lnSpc>
            </a:pPr>
            <a:r>
              <a:rPr lang="en" sz="3267" b="false" i="false" u="none" strike="noStrike">
                <a:solidFill>
                  <a:srgbClr val="000000"/>
                </a:solidFill>
                <a:latin typeface="Anek Tamil Expanded ExtraBold"/>
              </a:rPr>
              <a:t>Item 2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5227300" y="7988300"/>
            <a:ext cx="6870700" cy="368300"/>
          </a:xfrm>
          <a:prstGeom prst="rect">
            <a:avLst/>
          </a:prstGeom>
        </p:spPr>
        <p:txBody>
          <a:bodyPr anchor="ctr" rtlCol="false"/>
          <a:lstStyle/>
          <a:p>
            <a:pPr algn="l" lvl="0">
              <a:lnSpc>
                <a:spcPct val="116199"/>
              </a:lnSpc>
            </a:pPr>
            <a:r>
              <a:rPr lang="en" sz="2052" b="false" i="false" u="none" strike="noStrike">
                <a:solidFill>
                  <a:srgbClr val="000000"/>
                </a:solidFill>
                <a:latin typeface="SB AggroOTF Light"/>
              </a:rPr>
              <a:t>Nunc non orci ac leo placerat tincidunt lorem</a:t>
            </a:r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5227300" y="8890000"/>
            <a:ext cx="381000" cy="381000"/>
          </a:xfrm>
          <a:prstGeom prst="rect">
            <a:avLst/>
          </a:prstGeom>
        </p:spPr>
      </p:pic>
      <p:sp>
        <p:nvSpPr>
          <p:cNvPr name="TextBox 23" id="23"/>
          <p:cNvSpPr txBox="true"/>
          <p:nvPr/>
        </p:nvSpPr>
        <p:spPr>
          <a:xfrm rot="0">
            <a:off x="15849600" y="8788400"/>
            <a:ext cx="2527300" cy="584200"/>
          </a:xfrm>
          <a:prstGeom prst="rect">
            <a:avLst/>
          </a:prstGeom>
        </p:spPr>
        <p:txBody>
          <a:bodyPr anchor="ctr" rtlCol="false" lIns="0" tIns="37346" rIns="0" bIns="37346"/>
          <a:lstStyle/>
          <a:p>
            <a:pPr algn="l" lvl="0">
              <a:lnSpc>
                <a:spcPct val="101259"/>
              </a:lnSpc>
            </a:pPr>
            <a:r>
              <a:rPr lang="en" sz="3267" b="false" i="false" u="none" strike="noStrike">
                <a:solidFill>
                  <a:srgbClr val="000000"/>
                </a:solidFill>
                <a:latin typeface="Anek Tamil Expanded ExtraBold"/>
              </a:rPr>
              <a:t>Item 3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5227300" y="9525000"/>
            <a:ext cx="6870700" cy="368300"/>
          </a:xfrm>
          <a:prstGeom prst="rect">
            <a:avLst/>
          </a:prstGeom>
        </p:spPr>
        <p:txBody>
          <a:bodyPr anchor="ctr" rtlCol="false"/>
          <a:lstStyle/>
          <a:p>
            <a:pPr algn="l" lvl="0">
              <a:lnSpc>
                <a:spcPct val="116199"/>
              </a:lnSpc>
            </a:pPr>
            <a:r>
              <a:rPr lang="en" sz="2052" b="false" i="false" u="none" strike="noStrike">
                <a:solidFill>
                  <a:srgbClr val="000000"/>
                </a:solidFill>
                <a:latin typeface="SB AggroOTF Light"/>
              </a:rPr>
              <a:t>Quisque eu lorem tempus, sollicitudin turpis </a:t>
            </a:r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5227300" y="10414000"/>
            <a:ext cx="381000" cy="381000"/>
          </a:xfrm>
          <a:prstGeom prst="rect">
            <a:avLst/>
          </a:prstGeom>
        </p:spPr>
      </p:pic>
      <p:sp>
        <p:nvSpPr>
          <p:cNvPr name="TextBox 26" id="26"/>
          <p:cNvSpPr txBox="true"/>
          <p:nvPr/>
        </p:nvSpPr>
        <p:spPr>
          <a:xfrm rot="0">
            <a:off x="15849600" y="10325100"/>
            <a:ext cx="2527300" cy="584200"/>
          </a:xfrm>
          <a:prstGeom prst="rect">
            <a:avLst/>
          </a:prstGeom>
        </p:spPr>
        <p:txBody>
          <a:bodyPr anchor="ctr" rtlCol="false" lIns="0" tIns="37346" rIns="0" bIns="37346"/>
          <a:lstStyle/>
          <a:p>
            <a:pPr algn="l" lvl="0">
              <a:lnSpc>
                <a:spcPct val="101259"/>
              </a:lnSpc>
            </a:pPr>
            <a:r>
              <a:rPr lang="en" sz="3267" b="false" i="false" u="none" strike="noStrike">
                <a:solidFill>
                  <a:srgbClr val="000000"/>
                </a:solidFill>
                <a:latin typeface="Anek Tamil Expanded ExtraBold"/>
              </a:rPr>
              <a:t>Item 4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5227300" y="11049000"/>
            <a:ext cx="6870700" cy="368300"/>
          </a:xfrm>
          <a:prstGeom prst="rect">
            <a:avLst/>
          </a:prstGeom>
        </p:spPr>
        <p:txBody>
          <a:bodyPr anchor="ctr" rtlCol="false"/>
          <a:lstStyle/>
          <a:p>
            <a:pPr algn="l" lvl="0">
              <a:lnSpc>
                <a:spcPct val="116199"/>
              </a:lnSpc>
            </a:pPr>
            <a:r>
              <a:rPr lang="en" sz="2052" b="false" i="false" u="none" strike="noStrike">
                <a:solidFill>
                  <a:srgbClr val="000000"/>
                </a:solidFill>
                <a:latin typeface="SB AggroOTF Light"/>
              </a:rPr>
              <a:t>Maecenas auctor mauris eget suscipit mollis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61000"/>
          </a:blip>
          <a:stretch>
            <a:fillRect/>
          </a:stretch>
        </p:blipFill>
        <p:spPr>
          <a:xfrm rot="0">
            <a:off x="-101600" y="-254000"/>
            <a:ext cx="24485600" cy="39624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914400" y="4597400"/>
            <a:ext cx="16129000" cy="4521200"/>
          </a:xfrm>
          <a:prstGeom prst="rect">
            <a:avLst/>
          </a:prstGeom>
        </p:spPr>
        <p:txBody>
          <a:bodyPr anchor="ctr" rtlCol="false" lIns="0" tIns="76200" rIns="0" bIns="76200"/>
          <a:lstStyle/>
          <a:p>
            <a:pPr algn="l" lvl="0">
              <a:lnSpc>
                <a:spcPct val="101259"/>
              </a:lnSpc>
            </a:pPr>
            <a:r>
              <a:rPr lang="en" sz="6666" b="false" i="false" u="none" strike="noStrike" spc="-1">
                <a:solidFill>
                  <a:srgbClr val="000000"/>
                </a:solidFill>
                <a:ea typeface="SB AggroOTF Medium"/>
              </a:rPr>
              <a:t>복습문제</a:t>
            </a:r>
          </a:p>
          <a:p>
            <a:pPr algn="l" lvl="0">
              <a:lnSpc>
                <a:spcPct val="101259"/>
              </a:lnSpc>
            </a:pPr>
            <a:r>
              <a:rPr lang="en" sz="6666" b="false" i="false" u="none" strike="noStrike">
                <a:solidFill>
                  <a:srgbClr val="000000"/>
                </a:solidFill>
                <a:latin typeface="SB AggroOTF Medium"/>
              </a:rPr>
              <a:t/>
            </a:r>
          </a:p>
          <a:p>
            <a:pPr algn="l" lvl="0">
              <a:lnSpc>
                <a:spcPct val="101259"/>
              </a:lnSpc>
            </a:pPr>
            <a:r>
              <a:rPr lang="en-US" sz="6666" b="false" i="false" u="none" strike="noStrike">
                <a:solidFill>
                  <a:srgbClr val="000000"/>
                </a:solidFill>
                <a:latin typeface="SB AggroOTF Medium"/>
              </a:rPr>
              <a:t>A+B-C </a:t>
            </a:r>
            <a:r>
              <a:rPr lang="ko-KR" sz="6666" b="false" i="false" u="none" strike="noStrike">
                <a:solidFill>
                  <a:srgbClr val="000000"/>
                </a:solidFill>
                <a:ea typeface="SB AggroOTF Medium"/>
              </a:rPr>
              <a:t>백준</a:t>
            </a:r>
            <a:r>
              <a:rPr lang="en-US" sz="6666" b="false" i="false" u="none" strike="noStrike">
                <a:solidFill>
                  <a:srgbClr val="000000"/>
                </a:solidFill>
                <a:latin typeface="SB AggroOTF Medium"/>
              </a:rPr>
              <a:t> 31403</a:t>
            </a:r>
          </a:p>
          <a:p>
            <a:pPr algn="l" lvl="0">
              <a:lnSpc>
                <a:spcPct val="101259"/>
              </a:lnSpc>
            </a:pPr>
            <a:r>
              <a:rPr lang="en" sz="6666" b="false" i="false" u="none" strike="noStrike">
                <a:solidFill>
                  <a:srgbClr val="000000"/>
                </a:solidFill>
                <a:latin typeface="SB AggroOTF Medium"/>
              </a:rPr>
              <a:t/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1386800" y="850900"/>
            <a:ext cx="2717800" cy="368300"/>
          </a:xfrm>
          <a:prstGeom prst="rect">
            <a:avLst/>
          </a:prstGeom>
        </p:spPr>
        <p:txBody>
          <a:bodyPr anchor="ctr" rtlCol="false"/>
          <a:lstStyle/>
          <a:p>
            <a:pPr algn="l" lvl="0">
              <a:lnSpc>
                <a:spcPct val="116199"/>
              </a:lnSpc>
            </a:pPr>
            <a:r>
              <a:rPr lang="en" sz="2053" b="false" i="false" u="none" strike="noStrike">
                <a:solidFill>
                  <a:srgbClr val="000000"/>
                </a:solidFill>
                <a:latin typeface="Anek Tamil Expanded Regular"/>
              </a:rPr>
              <a:t>MIRICOMPANY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0802600" y="901700"/>
            <a:ext cx="508000" cy="228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50800" y="13195300"/>
            <a:ext cx="24485600" cy="6858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850900" y="850900"/>
            <a:ext cx="5511800" cy="368300"/>
          </a:xfrm>
          <a:prstGeom prst="rect">
            <a:avLst/>
          </a:prstGeom>
        </p:spPr>
        <p:txBody>
          <a:bodyPr anchor="ctr" rtlCol="false"/>
          <a:lstStyle/>
          <a:p>
            <a:pPr algn="l" lvl="0">
              <a:lnSpc>
                <a:spcPct val="116199"/>
              </a:lnSpc>
            </a:pPr>
            <a:r>
              <a:rPr lang="en" sz="2053" b="false" i="false" u="none" strike="noStrike" spc="-62">
                <a:solidFill>
                  <a:srgbClr val="000000">
                    <a:alpha val="67843"/>
                  </a:srgbClr>
                </a:solidFill>
                <a:latin typeface="Anek Tamil Expanded SemiBold"/>
              </a:rPr>
              <a:t>MARKETING PLAN Presentation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61000"/>
          </a:blip>
          <a:stretch>
            <a:fillRect/>
          </a:stretch>
        </p:blipFill>
        <p:spPr>
          <a:xfrm rot="0">
            <a:off x="-101600" y="-254000"/>
            <a:ext cx="24485600" cy="39624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914400" y="4597400"/>
            <a:ext cx="16129000" cy="4521200"/>
          </a:xfrm>
          <a:prstGeom prst="rect">
            <a:avLst/>
          </a:prstGeom>
        </p:spPr>
        <p:txBody>
          <a:bodyPr anchor="ctr" rtlCol="false" lIns="0" tIns="76200" rIns="0" bIns="76200"/>
          <a:lstStyle/>
          <a:p>
            <a:pPr algn="l" lvl="0">
              <a:lnSpc>
                <a:spcPct val="101259"/>
              </a:lnSpc>
            </a:pPr>
            <a:r>
              <a:rPr lang="en" sz="6666" b="false" i="false" u="none" strike="noStrike" spc="-1">
                <a:solidFill>
                  <a:srgbClr val="000000"/>
                </a:solidFill>
                <a:ea typeface="SB AggroOTF Medium"/>
              </a:rPr>
              <a:t>복습문제</a:t>
            </a:r>
          </a:p>
          <a:p>
            <a:pPr algn="l" lvl="0">
              <a:lnSpc>
                <a:spcPct val="101259"/>
              </a:lnSpc>
            </a:pPr>
            <a:r>
              <a:rPr lang="en" sz="6666" b="false" i="false" u="none" strike="noStrike">
                <a:solidFill>
                  <a:srgbClr val="000000"/>
                </a:solidFill>
                <a:latin typeface="SB AggroOTF Medium"/>
              </a:rPr>
              <a:t/>
            </a:r>
          </a:p>
          <a:p>
            <a:pPr algn="l" lvl="0">
              <a:lnSpc>
                <a:spcPct val="101259"/>
              </a:lnSpc>
            </a:pPr>
            <a:r>
              <a:rPr lang="ko-KR" sz="6666" b="false" i="false" u="none" strike="noStrike">
                <a:solidFill>
                  <a:srgbClr val="000000"/>
                </a:solidFill>
                <a:ea typeface="SB AggroOTF Medium"/>
              </a:rPr>
              <a:t>단어의</a:t>
            </a:r>
            <a:r>
              <a:rPr lang="en-US" sz="6666" b="false" i="false" u="none" strike="noStrike">
                <a:solidFill>
                  <a:srgbClr val="000000"/>
                </a:solidFill>
                <a:latin typeface="SB AggroOTF Medium"/>
              </a:rPr>
              <a:t> </a:t>
            </a:r>
            <a:r>
              <a:rPr lang="ko-KR" sz="6666" b="false" i="false" u="none" strike="noStrike">
                <a:solidFill>
                  <a:srgbClr val="000000"/>
                </a:solidFill>
                <a:ea typeface="SB AggroOTF Medium"/>
              </a:rPr>
              <a:t>개수</a:t>
            </a:r>
          </a:p>
          <a:p>
            <a:pPr algn="l" lvl="0">
              <a:lnSpc>
                <a:spcPct val="101259"/>
              </a:lnSpc>
            </a:pPr>
            <a:r>
              <a:rPr lang="en" sz="6666" b="false" i="false" u="none" strike="noStrike">
                <a:solidFill>
                  <a:srgbClr val="000000"/>
                </a:solidFill>
                <a:latin typeface="SB AggroOTF Medium"/>
              </a:rPr>
              <a:t/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1386800" y="850900"/>
            <a:ext cx="2717800" cy="368300"/>
          </a:xfrm>
          <a:prstGeom prst="rect">
            <a:avLst/>
          </a:prstGeom>
        </p:spPr>
        <p:txBody>
          <a:bodyPr anchor="ctr" rtlCol="false"/>
          <a:lstStyle/>
          <a:p>
            <a:pPr algn="l" lvl="0">
              <a:lnSpc>
                <a:spcPct val="116199"/>
              </a:lnSpc>
            </a:pPr>
            <a:r>
              <a:rPr lang="en" sz="2053" b="false" i="false" u="none" strike="noStrike">
                <a:solidFill>
                  <a:srgbClr val="000000"/>
                </a:solidFill>
                <a:latin typeface="Anek Tamil Expanded Regular"/>
              </a:rPr>
              <a:t>MIRICOMPANY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0802600" y="901700"/>
            <a:ext cx="508000" cy="228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50800" y="13195300"/>
            <a:ext cx="24485600" cy="6858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850900" y="850900"/>
            <a:ext cx="5511800" cy="368300"/>
          </a:xfrm>
          <a:prstGeom prst="rect">
            <a:avLst/>
          </a:prstGeom>
        </p:spPr>
        <p:txBody>
          <a:bodyPr anchor="ctr" rtlCol="false"/>
          <a:lstStyle/>
          <a:p>
            <a:pPr algn="l" lvl="0">
              <a:lnSpc>
                <a:spcPct val="116199"/>
              </a:lnSpc>
            </a:pPr>
            <a:r>
              <a:rPr lang="en" sz="2053" b="false" i="false" u="none" strike="noStrike" spc="-62">
                <a:solidFill>
                  <a:srgbClr val="000000">
                    <a:alpha val="67843"/>
                  </a:srgbClr>
                </a:solidFill>
                <a:latin typeface="Anek Tamil Expanded SemiBold"/>
              </a:rPr>
              <a:t>MARKETING PLAN Presentation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61000"/>
          </a:blip>
          <a:stretch>
            <a:fillRect/>
          </a:stretch>
        </p:blipFill>
        <p:spPr>
          <a:xfrm rot="0">
            <a:off x="-101600" y="-254000"/>
            <a:ext cx="24485600" cy="39624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914400" y="4597400"/>
            <a:ext cx="16129000" cy="4521200"/>
          </a:xfrm>
          <a:prstGeom prst="rect">
            <a:avLst/>
          </a:prstGeom>
        </p:spPr>
        <p:txBody>
          <a:bodyPr anchor="ctr" rtlCol="false" lIns="0" tIns="76200" rIns="0" bIns="76200"/>
          <a:lstStyle/>
          <a:p>
            <a:pPr algn="l" lvl="0">
              <a:lnSpc>
                <a:spcPct val="101259"/>
              </a:lnSpc>
            </a:pPr>
            <a:r>
              <a:rPr lang="en" sz="6666" b="false" i="false" u="none" strike="noStrike" spc="-1">
                <a:solidFill>
                  <a:srgbClr val="000000"/>
                </a:solidFill>
                <a:ea typeface="SB AggroOTF Medium"/>
              </a:rPr>
              <a:t>복습문제</a:t>
            </a:r>
          </a:p>
          <a:p>
            <a:pPr algn="l" lvl="0">
              <a:lnSpc>
                <a:spcPct val="101259"/>
              </a:lnSpc>
            </a:pPr>
            <a:r>
              <a:rPr lang="en" sz="6666" b="false" i="false" u="none" strike="noStrike">
                <a:solidFill>
                  <a:srgbClr val="000000"/>
                </a:solidFill>
                <a:latin typeface="SB AggroOTF Medium"/>
              </a:rPr>
              <a:t/>
            </a:r>
          </a:p>
          <a:p>
            <a:pPr algn="l" lvl="0">
              <a:lnSpc>
                <a:spcPct val="101259"/>
              </a:lnSpc>
            </a:pPr>
            <a:r>
              <a:rPr lang="en-US" sz="6666" b="false" i="false" u="none" strike="noStrike">
                <a:solidFill>
                  <a:srgbClr val="000000"/>
                </a:solidFill>
                <a:latin typeface="SB AggroOTF Medium"/>
              </a:rPr>
              <a:t>ACM </a:t>
            </a:r>
            <a:r>
              <a:rPr lang="ko-KR" sz="6666" b="false" i="false" u="none" strike="noStrike">
                <a:solidFill>
                  <a:srgbClr val="000000"/>
                </a:solidFill>
                <a:ea typeface="SB AggroOTF Medium"/>
              </a:rPr>
              <a:t>호텔</a:t>
            </a:r>
          </a:p>
          <a:p>
            <a:pPr algn="l" lvl="0">
              <a:lnSpc>
                <a:spcPct val="101259"/>
              </a:lnSpc>
            </a:pPr>
            <a:r>
              <a:rPr lang="en" sz="6666" b="false" i="false" u="none" strike="noStrike">
                <a:solidFill>
                  <a:srgbClr val="000000"/>
                </a:solidFill>
                <a:latin typeface="SB AggroOTF Medium"/>
              </a:rPr>
              <a:t/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1386800" y="850900"/>
            <a:ext cx="2717800" cy="368300"/>
          </a:xfrm>
          <a:prstGeom prst="rect">
            <a:avLst/>
          </a:prstGeom>
        </p:spPr>
        <p:txBody>
          <a:bodyPr anchor="ctr" rtlCol="false"/>
          <a:lstStyle/>
          <a:p>
            <a:pPr algn="l" lvl="0">
              <a:lnSpc>
                <a:spcPct val="116199"/>
              </a:lnSpc>
            </a:pPr>
            <a:r>
              <a:rPr lang="en" sz="2053" b="false" i="false" u="none" strike="noStrike">
                <a:solidFill>
                  <a:srgbClr val="000000"/>
                </a:solidFill>
                <a:latin typeface="Anek Tamil Expanded Regular"/>
              </a:rPr>
              <a:t>MIRICOMPANY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0802600" y="901700"/>
            <a:ext cx="508000" cy="228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50800" y="13195300"/>
            <a:ext cx="24485600" cy="6858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850900" y="850900"/>
            <a:ext cx="5511800" cy="368300"/>
          </a:xfrm>
          <a:prstGeom prst="rect">
            <a:avLst/>
          </a:prstGeom>
        </p:spPr>
        <p:txBody>
          <a:bodyPr anchor="ctr" rtlCol="false"/>
          <a:lstStyle/>
          <a:p>
            <a:pPr algn="l" lvl="0">
              <a:lnSpc>
                <a:spcPct val="116199"/>
              </a:lnSpc>
            </a:pPr>
            <a:r>
              <a:rPr lang="en" sz="2053" b="false" i="false" u="none" strike="noStrike" spc="-62">
                <a:solidFill>
                  <a:srgbClr val="000000">
                    <a:alpha val="67843"/>
                  </a:srgbClr>
                </a:solidFill>
                <a:latin typeface="Anek Tamil Expanded SemiBold"/>
              </a:rPr>
              <a:t>MARKETING PLAN Presentation</a:t>
            </a:r>
          </a:p>
        </p:txBody>
      </p:sp>
    </p:spTree>
  </p:cSld>
  <p:clrMapOvr>
    <a:masterClrMapping/>
  </p:clrMapOvr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61000"/>
          </a:blip>
          <a:stretch>
            <a:fillRect/>
          </a:stretch>
        </p:blipFill>
        <p:spPr>
          <a:xfrm rot="0">
            <a:off x="-101600" y="-254000"/>
            <a:ext cx="24485600" cy="39624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21386800" y="850900"/>
            <a:ext cx="2717800" cy="368300"/>
          </a:xfrm>
          <a:prstGeom prst="rect">
            <a:avLst/>
          </a:prstGeom>
        </p:spPr>
        <p:txBody>
          <a:bodyPr anchor="ctr" rtlCol="false"/>
          <a:lstStyle/>
          <a:p>
            <a:pPr algn="l" lvl="0">
              <a:lnSpc>
                <a:spcPct val="116199"/>
              </a:lnSpc>
            </a:pPr>
            <a:r>
              <a:rPr lang="en" sz="2053" b="false" i="false" u="none" strike="noStrike">
                <a:solidFill>
                  <a:srgbClr val="000000"/>
                </a:solidFill>
                <a:latin typeface="Anek Tamil Expanded Regular"/>
              </a:rPr>
              <a:t>MIRICOMPANY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0802600" y="901700"/>
            <a:ext cx="508000" cy="2286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50800" y="13195300"/>
            <a:ext cx="24485600" cy="6858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850900" y="850900"/>
            <a:ext cx="5511800" cy="368300"/>
          </a:xfrm>
          <a:prstGeom prst="rect">
            <a:avLst/>
          </a:prstGeom>
        </p:spPr>
        <p:txBody>
          <a:bodyPr anchor="ctr" rtlCol="false"/>
          <a:lstStyle/>
          <a:p>
            <a:pPr algn="l" lvl="0">
              <a:lnSpc>
                <a:spcPct val="116199"/>
              </a:lnSpc>
            </a:pPr>
            <a:r>
              <a:rPr lang="en" sz="2053" b="false" i="false" u="none" strike="noStrike" spc="-62">
                <a:solidFill>
                  <a:srgbClr val="000000">
                    <a:alpha val="67843"/>
                  </a:srgbClr>
                </a:solidFill>
                <a:latin typeface="Anek Tamil Expanded SemiBold"/>
              </a:rPr>
              <a:t>MARKETING PLAN Presentation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50900" y="2679700"/>
            <a:ext cx="20637500" cy="8369300"/>
          </a:xfrm>
          <a:prstGeom prst="rect">
            <a:avLst/>
          </a:prstGeom>
        </p:spPr>
        <p:txBody>
          <a:bodyPr lIns="0" tIns="121920" rIns="0" bIns="76200" anchor="ctr"/>
          <a:lstStyle/>
          <a:p>
            <a:pPr lvl="0" algn="l">
              <a:lnSpc>
                <a:spcPct val="101259"/>
              </a:lnSpc>
              <a:defRPr/>
            </a:pPr>
            <a:r>
              <a:rPr lang="ko-KR" sz="10666" b="0" i="0" u="none" strike="noStrike" spc="-2">
                <a:solidFill>
                  <a:srgbClr val="000000"/>
                </a:solidFill>
                <a:ea typeface="SB AggroOTF Medium"/>
              </a:rPr>
              <a:t>이번</a:t>
            </a:r>
            <a:r>
              <a:rPr lang="en-US" sz="10666" b="0" i="0" u="none" strike="noStrike" spc="-2">
                <a:solidFill>
                  <a:srgbClr val="000000"/>
                </a:solidFill>
                <a:latin typeface="SB AggroOTF Medium"/>
              </a:rPr>
              <a:t> </a:t>
            </a:r>
            <a:r>
              <a:rPr lang="ko-KR" sz="10666" b="0" i="0" u="none" strike="noStrike" spc="-2">
                <a:solidFill>
                  <a:srgbClr val="000000"/>
                </a:solidFill>
                <a:ea typeface="SB AggroOTF Medium"/>
              </a:rPr>
              <a:t>시간에</a:t>
            </a:r>
            <a:r>
              <a:rPr lang="en-US" sz="10666" b="0" i="0" u="none" strike="noStrike" spc="-2">
                <a:solidFill>
                  <a:srgbClr val="000000"/>
                </a:solidFill>
                <a:latin typeface="SB AggroOTF Medium"/>
              </a:rPr>
              <a:t> </a:t>
            </a:r>
            <a:r>
              <a:rPr lang="ko-KR" sz="10666" b="0" i="0" u="none" strike="noStrike" spc="-2">
                <a:solidFill>
                  <a:srgbClr val="000000"/>
                </a:solidFill>
                <a:ea typeface="SB AggroOTF Medium"/>
              </a:rPr>
              <a:t>배운</a:t>
            </a:r>
            <a:r>
              <a:rPr lang="en-US" sz="10666" b="0" i="0" u="none" strike="noStrike" spc="-2">
                <a:solidFill>
                  <a:srgbClr val="000000"/>
                </a:solidFill>
                <a:latin typeface="SB AggroOTF Medium"/>
              </a:rPr>
              <a:t> </a:t>
            </a:r>
            <a:r>
              <a:rPr lang="ko-KR" sz="10666" b="0" i="0" u="none" strike="noStrike" spc="-2">
                <a:solidFill>
                  <a:srgbClr val="000000"/>
                </a:solidFill>
                <a:ea typeface="SB AggroOTF Medium"/>
              </a:rPr>
              <a:t>내용</a:t>
            </a:r>
            <a:endParaRPr lang="ko-KR" sz="10666" b="0" i="0" u="none" strike="noStrike" spc="-2">
              <a:solidFill>
                <a:srgbClr val="000000"/>
              </a:solidFill>
              <a:ea typeface="SB AggroOTF Medium"/>
            </a:endParaRPr>
          </a:p>
          <a:p>
            <a:pPr lvl="0" algn="l">
              <a:lnSpc>
                <a:spcPct val="101259"/>
              </a:lnSpc>
              <a:defRPr/>
            </a:pPr>
            <a:endParaRPr lang="en" sz="6600" b="0" i="0" u="none" strike="noStrike" spc="-2">
              <a:solidFill>
                <a:srgbClr val="000000"/>
              </a:solidFill>
              <a:latin typeface="SB AggroOTF Medium"/>
              <a:ea typeface="SB AggroOTF Medium"/>
            </a:endParaRPr>
          </a:p>
          <a:p>
            <a:pPr lvl="0" algn="l">
              <a:lnSpc>
                <a:spcPct val="101259"/>
              </a:lnSpc>
              <a:defRPr/>
            </a:pPr>
            <a:r>
              <a:rPr lang="en-US" sz="6666" b="0" i="0" u="none" strike="noStrike">
                <a:solidFill>
                  <a:srgbClr val="000000"/>
                </a:solidFill>
                <a:latin typeface="SB AggroOTF Medium"/>
              </a:rPr>
              <a:t>DFS,BFS</a:t>
            </a:r>
            <a:endParaRPr lang="en-US" sz="6666" b="0" i="0" u="none" strike="noStrike">
              <a:solidFill>
                <a:srgbClr val="000000"/>
              </a:solidFill>
              <a:latin typeface="SB AggroOTF Medium"/>
            </a:endParaRPr>
          </a:p>
          <a:p>
            <a:pPr lvl="0" algn="l">
              <a:lnSpc>
                <a:spcPct val="101259"/>
              </a:lnSpc>
              <a:defRPr/>
            </a:pPr>
            <a:r>
              <a:rPr lang="en-US" sz="6666" b="0" i="0" u="none" strike="noStrike">
                <a:solidFill>
                  <a:srgbClr val="000000"/>
                </a:solidFill>
                <a:latin typeface="SB AggroOTF Medium"/>
              </a:rPr>
              <a:t>1) </a:t>
            </a:r>
            <a:r>
              <a:rPr lang="ko-KR" sz="6666" b="0" i="0" u="none" strike="noStrike">
                <a:solidFill>
                  <a:srgbClr val="000000"/>
                </a:solidFill>
                <a:ea typeface="SB AggroOTF Medium"/>
              </a:rPr>
              <a:t>정의</a:t>
            </a:r>
            <a:endParaRPr lang="ko-KR" sz="6666" b="0" i="0" u="none" strike="noStrike">
              <a:solidFill>
                <a:srgbClr val="000000"/>
              </a:solidFill>
              <a:ea typeface="SB AggroOTF Medium"/>
            </a:endParaRPr>
          </a:p>
          <a:p>
            <a:pPr lvl="0" algn="l">
              <a:lnSpc>
                <a:spcPct val="101259"/>
              </a:lnSpc>
              <a:defRPr/>
            </a:pPr>
            <a:r>
              <a:rPr lang="en-US" sz="6666" b="0" i="0" u="none" strike="noStrike">
                <a:solidFill>
                  <a:srgbClr val="000000"/>
                </a:solidFill>
                <a:latin typeface="SB AggroOTF Medium"/>
              </a:rPr>
              <a:t>2) </a:t>
            </a:r>
            <a:r>
              <a:rPr lang="ko-KR" sz="6666" b="0" i="0" u="none" strike="noStrike">
                <a:solidFill>
                  <a:srgbClr val="000000"/>
                </a:solidFill>
                <a:ea typeface="SB AggroOTF Medium"/>
              </a:rPr>
              <a:t>구현방법</a:t>
            </a:r>
            <a:endParaRPr lang="ko-KR" sz="6666" b="0" i="0" u="none" strike="noStrike">
              <a:solidFill>
                <a:srgbClr val="000000"/>
              </a:solidFill>
              <a:ea typeface="SB AggroOTF Medium"/>
            </a:endParaRPr>
          </a:p>
          <a:p>
            <a:pPr lvl="0" algn="l">
              <a:lnSpc>
                <a:spcPct val="101259"/>
              </a:lnSpc>
              <a:defRPr/>
            </a:pPr>
            <a:r>
              <a:rPr lang="en-US" sz="6666" b="0" i="0" u="none" strike="noStrike">
                <a:solidFill>
                  <a:srgbClr val="000000"/>
                </a:solidFill>
                <a:latin typeface="SB AggroOTF Medium"/>
              </a:rPr>
              <a:t>3) </a:t>
            </a:r>
            <a:r>
              <a:rPr lang="ko-KR" sz="6666" b="0" i="0" u="none" strike="noStrike">
                <a:solidFill>
                  <a:srgbClr val="000000"/>
                </a:solidFill>
                <a:ea typeface="SB AggroOTF Medium"/>
              </a:rPr>
              <a:t>사용</a:t>
            </a:r>
            <a:r>
              <a:rPr lang="en-US" sz="6666" b="0" i="0" u="none" strike="noStrike">
                <a:solidFill>
                  <a:srgbClr val="000000"/>
                </a:solidFill>
                <a:latin typeface="SB AggroOTF Medium"/>
              </a:rPr>
              <a:t> </a:t>
            </a:r>
            <a:r>
              <a:rPr lang="ko-KR" sz="6666" b="0" i="0" u="none" strike="noStrike">
                <a:solidFill>
                  <a:srgbClr val="000000"/>
                </a:solidFill>
                <a:ea typeface="SB AggroOTF Medium"/>
              </a:rPr>
              <a:t>이유</a:t>
            </a:r>
            <a:endParaRPr lang="ko-KR" sz="6666" b="0" i="0" u="none" strike="noStrike">
              <a:solidFill>
                <a:srgbClr val="000000"/>
              </a:solidFill>
              <a:ea typeface="SB AggroOTF Medium"/>
            </a:endParaRPr>
          </a:p>
          <a:p>
            <a:pPr lvl="0" algn="l">
              <a:lnSpc>
                <a:spcPct val="101259"/>
              </a:lnSpc>
              <a:defRPr/>
            </a:pPr>
            <a:r>
              <a:rPr lang="en-US" sz="6666" b="0" i="0" u="none" strike="noStrike">
                <a:solidFill>
                  <a:srgbClr val="000000"/>
                </a:solidFill>
                <a:latin typeface="SB AggroOTF Medium"/>
              </a:rPr>
              <a:t>4)</a:t>
            </a:r>
            <a:r>
              <a:rPr lang="ko-KR" sz="6666" b="0" i="0" u="none" strike="noStrike">
                <a:solidFill>
                  <a:srgbClr val="000000"/>
                </a:solidFill>
                <a:ea typeface="SB AggroOTF Medium"/>
              </a:rPr>
              <a:t>예제</a:t>
            </a:r>
            <a:endParaRPr lang="ko-KR" sz="6666" b="0" i="0" u="none" strike="noStrike">
              <a:solidFill>
                <a:srgbClr val="000000"/>
              </a:solidFill>
              <a:ea typeface="SB AggroOTF Medium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61000"/>
          </a:blip>
          <a:stretch>
            <a:fillRect/>
          </a:stretch>
        </p:blipFill>
        <p:spPr>
          <a:xfrm rot="0">
            <a:off x="-101600" y="-254000"/>
            <a:ext cx="24485600" cy="39624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21386800" y="850900"/>
            <a:ext cx="2717800" cy="368300"/>
          </a:xfrm>
          <a:prstGeom prst="rect">
            <a:avLst/>
          </a:prstGeom>
        </p:spPr>
        <p:txBody>
          <a:bodyPr anchor="ctr" rtlCol="false"/>
          <a:lstStyle/>
          <a:p>
            <a:pPr algn="l" lvl="0">
              <a:lnSpc>
                <a:spcPct val="116199"/>
              </a:lnSpc>
            </a:pPr>
            <a:r>
              <a:rPr lang="en" sz="2053" b="false" i="false" u="none" strike="noStrike">
                <a:solidFill>
                  <a:srgbClr val="000000"/>
                </a:solidFill>
                <a:latin typeface="Anek Tamil Expanded Regular"/>
              </a:rPr>
              <a:t>MIRICOMPANY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0802600" y="901700"/>
            <a:ext cx="508000" cy="2286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50800" y="13195300"/>
            <a:ext cx="24485600" cy="6858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850900" y="850900"/>
            <a:ext cx="5511800" cy="368300"/>
          </a:xfrm>
          <a:prstGeom prst="rect">
            <a:avLst/>
          </a:prstGeom>
        </p:spPr>
        <p:txBody>
          <a:bodyPr anchor="ctr" rtlCol="false"/>
          <a:lstStyle/>
          <a:p>
            <a:pPr algn="l" lvl="0">
              <a:lnSpc>
                <a:spcPct val="116199"/>
              </a:lnSpc>
            </a:pPr>
            <a:r>
              <a:rPr lang="en" sz="2053" b="false" i="false" u="none" strike="noStrike" spc="-62">
                <a:solidFill>
                  <a:srgbClr val="000000">
                    <a:alpha val="67843"/>
                  </a:srgbClr>
                </a:solidFill>
                <a:latin typeface="Anek Tamil Expanded SemiBold"/>
              </a:rPr>
              <a:t>MARKETING PLAN Presentation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231900" y="647700"/>
            <a:ext cx="12319000" cy="124333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15227300" y="3530600"/>
            <a:ext cx="6223000" cy="2425700"/>
          </a:xfrm>
          <a:prstGeom prst="rect">
            <a:avLst/>
          </a:prstGeom>
        </p:spPr>
        <p:txBody>
          <a:bodyPr anchor="ctr" rtlCol="false" lIns="0" tIns="76200" rIns="0" bIns="76200"/>
          <a:lstStyle/>
          <a:p>
            <a:pPr algn="l" lvl="0">
              <a:lnSpc>
                <a:spcPct val="101259"/>
              </a:lnSpc>
            </a:pPr>
            <a:r>
              <a:rPr lang="en" sz="6565" b="false" i="false" u="none" strike="noStrike" spc="-1">
                <a:solidFill>
                  <a:srgbClr val="000000"/>
                </a:solidFill>
                <a:latin typeface="SB AggroOTF Medium"/>
              </a:rPr>
              <a:t>DFS</a:t>
            </a:r>
          </a:p>
          <a:p>
            <a:pPr algn="l" lvl="0">
              <a:lnSpc>
                <a:spcPct val="101259"/>
              </a:lnSpc>
            </a:pPr>
            <a:r>
              <a:rPr lang="en" sz="6565" b="false" i="false" u="none" strike="noStrike">
                <a:solidFill>
                  <a:srgbClr val="000000"/>
                </a:solidFill>
                <a:latin typeface="SB AggroOTF Medium"/>
              </a:rPr>
              <a:t/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61000"/>
          </a:blip>
          <a:stretch>
            <a:fillRect/>
          </a:stretch>
        </p:blipFill>
        <p:spPr>
          <a:xfrm rot="0">
            <a:off x="-101600" y="-254000"/>
            <a:ext cx="24485600" cy="39624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21386800" y="850900"/>
            <a:ext cx="2717800" cy="368300"/>
          </a:xfrm>
          <a:prstGeom prst="rect">
            <a:avLst/>
          </a:prstGeom>
        </p:spPr>
        <p:txBody>
          <a:bodyPr anchor="ctr" rtlCol="false"/>
          <a:lstStyle/>
          <a:p>
            <a:pPr algn="l" lvl="0">
              <a:lnSpc>
                <a:spcPct val="116199"/>
              </a:lnSpc>
            </a:pPr>
            <a:r>
              <a:rPr lang="en" sz="2053" b="false" i="false" u="none" strike="noStrike">
                <a:solidFill>
                  <a:srgbClr val="000000"/>
                </a:solidFill>
                <a:latin typeface="Anek Tamil Expanded Regular"/>
              </a:rPr>
              <a:t>MIRICOMPANY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0802600" y="901700"/>
            <a:ext cx="508000" cy="2286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50800" y="13195300"/>
            <a:ext cx="24485600" cy="6858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850900" y="850900"/>
            <a:ext cx="5511800" cy="368300"/>
          </a:xfrm>
          <a:prstGeom prst="rect">
            <a:avLst/>
          </a:prstGeom>
        </p:spPr>
        <p:txBody>
          <a:bodyPr anchor="ctr" rtlCol="false"/>
          <a:lstStyle/>
          <a:p>
            <a:pPr algn="l" lvl="0">
              <a:lnSpc>
                <a:spcPct val="116199"/>
              </a:lnSpc>
            </a:pPr>
            <a:r>
              <a:rPr lang="en" sz="2053" b="false" i="false" u="none" strike="noStrike" spc="-62">
                <a:solidFill>
                  <a:srgbClr val="000000">
                    <a:alpha val="67843"/>
                  </a:srgbClr>
                </a:solidFill>
                <a:latin typeface="Anek Tamil Expanded SemiBold"/>
              </a:rPr>
              <a:t>MARKETING PLAN Presentation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77900" y="2184400"/>
            <a:ext cx="6223000" cy="2425700"/>
          </a:xfrm>
          <a:prstGeom prst="rect">
            <a:avLst/>
          </a:prstGeom>
        </p:spPr>
        <p:txBody>
          <a:bodyPr anchor="ctr" rtlCol="false" lIns="0" tIns="76200" rIns="0" bIns="76200"/>
          <a:lstStyle/>
          <a:p>
            <a:pPr algn="l" lvl="0">
              <a:lnSpc>
                <a:spcPct val="101259"/>
              </a:lnSpc>
            </a:pPr>
            <a:r>
              <a:rPr lang="en-US" sz="6565" b="false" i="false" u="none" strike="noStrike" spc="-1">
                <a:solidFill>
                  <a:srgbClr val="000000"/>
                </a:solidFill>
                <a:latin typeface="SB AggroOTF Medium"/>
              </a:rPr>
              <a:t>DFS </a:t>
            </a:r>
            <a:r>
              <a:rPr lang="ko-KR" sz="6565" b="false" i="false" u="none" strike="noStrike" spc="-1">
                <a:solidFill>
                  <a:srgbClr val="000000"/>
                </a:solidFill>
                <a:ea typeface="SB AggroOTF Medium"/>
              </a:rPr>
              <a:t>구현법</a:t>
            </a:r>
          </a:p>
          <a:p>
            <a:pPr algn="l" lvl="0">
              <a:lnSpc>
                <a:spcPct val="101259"/>
              </a:lnSpc>
            </a:pPr>
            <a:r>
              <a:rPr lang="en" sz="6565" b="false" i="false" u="none" strike="noStrike">
                <a:solidFill>
                  <a:srgbClr val="000000"/>
                </a:solidFill>
                <a:latin typeface="SB AggroOTF Medium"/>
              </a:rPr>
              <a:t/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0" y="2184400"/>
            <a:ext cx="13106400" cy="10718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61000"/>
          </a:blip>
          <a:stretch>
            <a:fillRect/>
          </a:stretch>
        </p:blipFill>
        <p:spPr>
          <a:xfrm rot="0">
            <a:off x="-101600" y="-254000"/>
            <a:ext cx="24485600" cy="39624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21386800" y="850900"/>
            <a:ext cx="2717800" cy="368300"/>
          </a:xfrm>
          <a:prstGeom prst="rect">
            <a:avLst/>
          </a:prstGeom>
        </p:spPr>
        <p:txBody>
          <a:bodyPr anchor="ctr" rtlCol="false"/>
          <a:lstStyle/>
          <a:p>
            <a:pPr algn="l" lvl="0">
              <a:lnSpc>
                <a:spcPct val="116199"/>
              </a:lnSpc>
            </a:pPr>
            <a:r>
              <a:rPr lang="en" sz="2053" b="false" i="false" u="none" strike="noStrike">
                <a:solidFill>
                  <a:srgbClr val="000000"/>
                </a:solidFill>
                <a:latin typeface="Anek Tamil Expanded Regular"/>
              </a:rPr>
              <a:t>MIRICOMPANY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0802600" y="901700"/>
            <a:ext cx="508000" cy="2286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50800" y="13195300"/>
            <a:ext cx="24485600" cy="6858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850900" y="850900"/>
            <a:ext cx="5511800" cy="368300"/>
          </a:xfrm>
          <a:prstGeom prst="rect">
            <a:avLst/>
          </a:prstGeom>
        </p:spPr>
        <p:txBody>
          <a:bodyPr anchor="ctr" rtlCol="false"/>
          <a:lstStyle/>
          <a:p>
            <a:pPr algn="l" lvl="0">
              <a:lnSpc>
                <a:spcPct val="116199"/>
              </a:lnSpc>
            </a:pPr>
            <a:r>
              <a:rPr lang="en" sz="2053" b="false" i="false" u="none" strike="noStrike" spc="-62">
                <a:solidFill>
                  <a:srgbClr val="000000">
                    <a:alpha val="67843"/>
                  </a:srgbClr>
                </a:solidFill>
                <a:latin typeface="Anek Tamil Expanded SemiBold"/>
              </a:rPr>
              <a:t>MARKETING PLAN Presentation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860800" y="1943100"/>
            <a:ext cx="6223000" cy="2425700"/>
          </a:xfrm>
          <a:prstGeom prst="rect">
            <a:avLst/>
          </a:prstGeom>
        </p:spPr>
        <p:txBody>
          <a:bodyPr anchor="ctr" rtlCol="false" lIns="0" tIns="76200" rIns="0" bIns="76200"/>
          <a:lstStyle/>
          <a:p>
            <a:pPr algn="l" lvl="0">
              <a:lnSpc>
                <a:spcPct val="101259"/>
              </a:lnSpc>
            </a:pPr>
            <a:r>
              <a:rPr lang="en-US" sz="6565" b="false" i="false" u="none" strike="noStrike" spc="-1">
                <a:solidFill>
                  <a:srgbClr val="000000"/>
                </a:solidFill>
                <a:latin typeface="SB AggroOTF Medium"/>
              </a:rPr>
              <a:t>DFS </a:t>
            </a:r>
            <a:r>
              <a:rPr lang="ko-KR" sz="6565" b="false" i="false" u="none" strike="noStrike" spc="-1">
                <a:solidFill>
                  <a:srgbClr val="000000"/>
                </a:solidFill>
                <a:ea typeface="SB AggroOTF Medium"/>
              </a:rPr>
              <a:t>사용이유</a:t>
            </a:r>
          </a:p>
          <a:p>
            <a:pPr algn="l" lvl="0">
              <a:lnSpc>
                <a:spcPct val="101259"/>
              </a:lnSpc>
            </a:pPr>
            <a:r>
              <a:rPr lang="en" sz="6565" b="false" i="false" u="none" strike="noStrike">
                <a:solidFill>
                  <a:srgbClr val="000000"/>
                </a:solidFill>
                <a:latin typeface="SB AggroOTF Medium"/>
              </a:rPr>
              <a:t/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42900" y="5105400"/>
            <a:ext cx="18275300" cy="6324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61000"/>
          </a:blip>
          <a:stretch>
            <a:fillRect/>
          </a:stretch>
        </p:blipFill>
        <p:spPr>
          <a:xfrm rot="0">
            <a:off x="-101600" y="-254000"/>
            <a:ext cx="24485600" cy="39624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21386800" y="850900"/>
            <a:ext cx="2717800" cy="368300"/>
          </a:xfrm>
          <a:prstGeom prst="rect">
            <a:avLst/>
          </a:prstGeom>
        </p:spPr>
        <p:txBody>
          <a:bodyPr anchor="ctr" rtlCol="false"/>
          <a:lstStyle/>
          <a:p>
            <a:pPr algn="l" lvl="0">
              <a:lnSpc>
                <a:spcPct val="116199"/>
              </a:lnSpc>
            </a:pPr>
            <a:r>
              <a:rPr lang="en" sz="2053" b="false" i="false" u="none" strike="noStrike">
                <a:solidFill>
                  <a:srgbClr val="000000"/>
                </a:solidFill>
                <a:latin typeface="Anek Tamil Expanded Regular"/>
              </a:rPr>
              <a:t>MIRICOMPANY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0802600" y="901700"/>
            <a:ext cx="508000" cy="2286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50800" y="13195300"/>
            <a:ext cx="24485600" cy="6858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850900" y="850900"/>
            <a:ext cx="5511800" cy="368300"/>
          </a:xfrm>
          <a:prstGeom prst="rect">
            <a:avLst/>
          </a:prstGeom>
        </p:spPr>
        <p:txBody>
          <a:bodyPr anchor="ctr" rtlCol="false"/>
          <a:lstStyle/>
          <a:p>
            <a:pPr algn="l" lvl="0">
              <a:lnSpc>
                <a:spcPct val="116199"/>
              </a:lnSpc>
            </a:pPr>
            <a:r>
              <a:rPr lang="en" sz="2053" b="false" i="false" u="none" strike="noStrike" spc="-62">
                <a:solidFill>
                  <a:srgbClr val="000000">
                    <a:alpha val="67843"/>
                  </a:srgbClr>
                </a:solidFill>
                <a:latin typeface="Anek Tamil Expanded SemiBold"/>
              </a:rPr>
              <a:t>MARKETING PLAN Presentation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54100" y="1295400"/>
            <a:ext cx="12903200" cy="5029200"/>
          </a:xfrm>
          <a:prstGeom prst="rect">
            <a:avLst/>
          </a:prstGeom>
        </p:spPr>
        <p:txBody>
          <a:bodyPr anchor="ctr" rtlCol="false" lIns="0" tIns="76200" rIns="0" bIns="76200"/>
          <a:lstStyle/>
          <a:p>
            <a:pPr algn="l" lvl="0">
              <a:lnSpc>
                <a:spcPct val="101259"/>
              </a:lnSpc>
            </a:pPr>
            <a:r>
              <a:rPr lang="en-US" sz="13618" b="false" i="false" u="none" strike="noStrike" spc="-3">
                <a:solidFill>
                  <a:srgbClr val="000000"/>
                </a:solidFill>
                <a:latin typeface="SB AggroOTF Medium"/>
              </a:rPr>
              <a:t>DFS </a:t>
            </a:r>
            <a:r>
              <a:rPr lang="ko-KR" sz="13618" b="false" i="false" u="none" strike="noStrike" spc="-3">
                <a:solidFill>
                  <a:srgbClr val="000000"/>
                </a:solidFill>
                <a:ea typeface="SB AggroOTF Medium"/>
              </a:rPr>
              <a:t>예제</a:t>
            </a:r>
          </a:p>
          <a:p>
            <a:pPr algn="l" lvl="0">
              <a:lnSpc>
                <a:spcPct val="101259"/>
              </a:lnSpc>
            </a:pPr>
            <a:r>
              <a:rPr lang="en" sz="13618" b="false" i="false" u="none" strike="noStrike">
                <a:solidFill>
                  <a:srgbClr val="000000"/>
                </a:solidFill>
                <a:latin typeface="SB AggroOTF Medium"/>
              </a:rPr>
              <a:t/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54100" y="3810000"/>
            <a:ext cx="11214100" cy="76073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61000"/>
          </a:blip>
          <a:stretch>
            <a:fillRect/>
          </a:stretch>
        </p:blipFill>
        <p:spPr>
          <a:xfrm rot="0">
            <a:off x="-101600" y="-254000"/>
            <a:ext cx="24485600" cy="39624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21386800" y="850900"/>
            <a:ext cx="2717800" cy="368300"/>
          </a:xfrm>
          <a:prstGeom prst="rect">
            <a:avLst/>
          </a:prstGeom>
        </p:spPr>
        <p:txBody>
          <a:bodyPr anchor="ctr" rtlCol="false"/>
          <a:lstStyle/>
          <a:p>
            <a:pPr algn="l" lvl="0">
              <a:lnSpc>
                <a:spcPct val="116199"/>
              </a:lnSpc>
            </a:pPr>
            <a:r>
              <a:rPr lang="en" sz="2053" b="false" i="false" u="none" strike="noStrike">
                <a:solidFill>
                  <a:srgbClr val="000000"/>
                </a:solidFill>
                <a:latin typeface="Anek Tamil Expanded Regular"/>
              </a:rPr>
              <a:t>MIRICOMPANY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0802600" y="901700"/>
            <a:ext cx="508000" cy="2286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50800" y="13195300"/>
            <a:ext cx="24485600" cy="6858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850900" y="850900"/>
            <a:ext cx="5511800" cy="368300"/>
          </a:xfrm>
          <a:prstGeom prst="rect">
            <a:avLst/>
          </a:prstGeom>
        </p:spPr>
        <p:txBody>
          <a:bodyPr anchor="ctr" rtlCol="false"/>
          <a:lstStyle/>
          <a:p>
            <a:pPr algn="l" lvl="0">
              <a:lnSpc>
                <a:spcPct val="116199"/>
              </a:lnSpc>
            </a:pPr>
            <a:r>
              <a:rPr lang="en" sz="2053" b="false" i="false" u="none" strike="noStrike" spc="-62">
                <a:solidFill>
                  <a:srgbClr val="000000">
                    <a:alpha val="67843"/>
                  </a:srgbClr>
                </a:solidFill>
                <a:latin typeface="Anek Tamil Expanded SemiBold"/>
              </a:rPr>
              <a:t>MARKETING PLAN Presentation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-101600" y="419100"/>
            <a:ext cx="19113500" cy="127762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15227300" y="3530600"/>
            <a:ext cx="6223000" cy="2425700"/>
          </a:xfrm>
          <a:prstGeom prst="rect">
            <a:avLst/>
          </a:prstGeom>
        </p:spPr>
        <p:txBody>
          <a:bodyPr anchor="ctr" rtlCol="false" lIns="0" tIns="76200" rIns="0" bIns="76200"/>
          <a:lstStyle/>
          <a:p>
            <a:pPr algn="l" lvl="0">
              <a:lnSpc>
                <a:spcPct val="101259"/>
              </a:lnSpc>
            </a:pPr>
            <a:r>
              <a:rPr lang="en" sz="6565" b="false" i="false" u="none" strike="noStrike" spc="-1">
                <a:solidFill>
                  <a:srgbClr val="000000"/>
                </a:solidFill>
                <a:latin typeface="SB AggroOTF Medium"/>
              </a:rPr>
              <a:t>BFS</a:t>
            </a:r>
          </a:p>
          <a:p>
            <a:pPr algn="l" lvl="0">
              <a:lnSpc>
                <a:spcPct val="101259"/>
              </a:lnSpc>
            </a:pPr>
            <a:r>
              <a:rPr lang="en" sz="6565" b="false" i="false" u="none" strike="noStrike">
                <a:solidFill>
                  <a:srgbClr val="000000"/>
                </a:solidFill>
                <a:latin typeface="SB AggroOTF Medium"/>
              </a:rPr>
              <a:t/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61000"/>
          </a:blip>
          <a:stretch>
            <a:fillRect/>
          </a:stretch>
        </p:blipFill>
        <p:spPr>
          <a:xfrm rot="0">
            <a:off x="-101600" y="-254000"/>
            <a:ext cx="24485600" cy="39624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21386800" y="850900"/>
            <a:ext cx="2717800" cy="368300"/>
          </a:xfrm>
          <a:prstGeom prst="rect">
            <a:avLst/>
          </a:prstGeom>
        </p:spPr>
        <p:txBody>
          <a:bodyPr anchor="ctr" rtlCol="false"/>
          <a:lstStyle/>
          <a:p>
            <a:pPr algn="l" lvl="0">
              <a:lnSpc>
                <a:spcPct val="116199"/>
              </a:lnSpc>
            </a:pPr>
            <a:r>
              <a:rPr lang="en" sz="2053" b="false" i="false" u="none" strike="noStrike">
                <a:solidFill>
                  <a:srgbClr val="000000"/>
                </a:solidFill>
                <a:latin typeface="Anek Tamil Expanded Regular"/>
              </a:rPr>
              <a:t>MIRICOMPANY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0802600" y="901700"/>
            <a:ext cx="508000" cy="2286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50800" y="13195300"/>
            <a:ext cx="24485600" cy="6858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850900" y="850900"/>
            <a:ext cx="5511800" cy="368300"/>
          </a:xfrm>
          <a:prstGeom prst="rect">
            <a:avLst/>
          </a:prstGeom>
        </p:spPr>
        <p:txBody>
          <a:bodyPr anchor="ctr" rtlCol="false"/>
          <a:lstStyle/>
          <a:p>
            <a:pPr algn="l" lvl="0">
              <a:lnSpc>
                <a:spcPct val="116199"/>
              </a:lnSpc>
            </a:pPr>
            <a:r>
              <a:rPr lang="en" sz="2053" b="false" i="false" u="none" strike="noStrike" spc="-62">
                <a:solidFill>
                  <a:srgbClr val="000000">
                    <a:alpha val="67843"/>
                  </a:srgbClr>
                </a:solidFill>
                <a:latin typeface="Anek Tamil Expanded SemiBold"/>
              </a:rPr>
              <a:t>MARKETING PLAN Presentation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017500" y="1295400"/>
            <a:ext cx="6223000" cy="2425700"/>
          </a:xfrm>
          <a:prstGeom prst="rect">
            <a:avLst/>
          </a:prstGeom>
        </p:spPr>
        <p:txBody>
          <a:bodyPr anchor="ctr" rtlCol="false" lIns="0" tIns="76200" rIns="0" bIns="76200"/>
          <a:lstStyle/>
          <a:p>
            <a:pPr algn="l" lvl="0">
              <a:lnSpc>
                <a:spcPct val="101259"/>
              </a:lnSpc>
            </a:pPr>
            <a:r>
              <a:rPr lang="en-US" sz="6565" b="false" i="false" u="none" strike="noStrike" spc="-1">
                <a:solidFill>
                  <a:srgbClr val="000000"/>
                </a:solidFill>
                <a:latin typeface="SB AggroOTF Medium"/>
              </a:rPr>
              <a:t>BFS </a:t>
            </a:r>
            <a:r>
              <a:rPr lang="ko-KR" sz="6565" b="false" i="false" u="none" strike="noStrike" spc="-1">
                <a:solidFill>
                  <a:srgbClr val="000000"/>
                </a:solidFill>
                <a:ea typeface="SB AggroOTF Medium"/>
              </a:rPr>
              <a:t>구현법</a:t>
            </a:r>
          </a:p>
          <a:p>
            <a:pPr algn="l" lvl="0">
              <a:lnSpc>
                <a:spcPct val="101259"/>
              </a:lnSpc>
            </a:pPr>
            <a:r>
              <a:rPr lang="en" sz="6565" b="false" i="false" u="none" strike="noStrike">
                <a:solidFill>
                  <a:srgbClr val="000000"/>
                </a:solidFill>
                <a:latin typeface="SB AggroOTF Medium"/>
              </a:rPr>
              <a:t/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41300" y="0"/>
            <a:ext cx="12077700" cy="13004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61000"/>
          </a:blip>
          <a:stretch>
            <a:fillRect/>
          </a:stretch>
        </p:blipFill>
        <p:spPr>
          <a:xfrm rot="0">
            <a:off x="-101600" y="-254000"/>
            <a:ext cx="24485600" cy="39624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21386800" y="850900"/>
            <a:ext cx="2717800" cy="368300"/>
          </a:xfrm>
          <a:prstGeom prst="rect">
            <a:avLst/>
          </a:prstGeom>
        </p:spPr>
        <p:txBody>
          <a:bodyPr anchor="ctr" rtlCol="false"/>
          <a:lstStyle/>
          <a:p>
            <a:pPr algn="l" lvl="0">
              <a:lnSpc>
                <a:spcPct val="116199"/>
              </a:lnSpc>
            </a:pPr>
            <a:r>
              <a:rPr lang="en" sz="2053" b="false" i="false" u="none" strike="noStrike">
                <a:solidFill>
                  <a:srgbClr val="000000"/>
                </a:solidFill>
                <a:latin typeface="Anek Tamil Expanded Regular"/>
              </a:rPr>
              <a:t>MIRICOMPANY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0802600" y="901700"/>
            <a:ext cx="508000" cy="2286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50800" y="13195300"/>
            <a:ext cx="24485600" cy="6858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850900" y="850900"/>
            <a:ext cx="5511800" cy="368300"/>
          </a:xfrm>
          <a:prstGeom prst="rect">
            <a:avLst/>
          </a:prstGeom>
        </p:spPr>
        <p:txBody>
          <a:bodyPr anchor="ctr" rtlCol="false"/>
          <a:lstStyle/>
          <a:p>
            <a:pPr algn="l" lvl="0">
              <a:lnSpc>
                <a:spcPct val="116199"/>
              </a:lnSpc>
            </a:pPr>
            <a:r>
              <a:rPr lang="en" sz="2053" b="false" i="false" u="none" strike="noStrike" spc="-62">
                <a:solidFill>
                  <a:srgbClr val="000000">
                    <a:alpha val="67843"/>
                  </a:srgbClr>
                </a:solidFill>
                <a:latin typeface="Anek Tamil Expanded SemiBold"/>
              </a:rPr>
              <a:t>MARKETING PLAN Presentation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860800" y="1943100"/>
            <a:ext cx="6223000" cy="2425700"/>
          </a:xfrm>
          <a:prstGeom prst="rect">
            <a:avLst/>
          </a:prstGeom>
        </p:spPr>
        <p:txBody>
          <a:bodyPr anchor="ctr" rtlCol="false" lIns="0" tIns="76200" rIns="0" bIns="76200"/>
          <a:lstStyle/>
          <a:p>
            <a:pPr algn="l" lvl="0">
              <a:lnSpc>
                <a:spcPct val="101259"/>
              </a:lnSpc>
            </a:pPr>
            <a:r>
              <a:rPr lang="en-US" sz="6565" b="false" i="false" u="none" strike="noStrike" spc="-1">
                <a:solidFill>
                  <a:srgbClr val="000000"/>
                </a:solidFill>
                <a:latin typeface="SB AggroOTF Medium"/>
              </a:rPr>
              <a:t>BFS </a:t>
            </a:r>
            <a:r>
              <a:rPr lang="ko-KR" sz="6565" b="false" i="false" u="none" strike="noStrike" spc="-1">
                <a:solidFill>
                  <a:srgbClr val="000000"/>
                </a:solidFill>
                <a:ea typeface="SB AggroOTF Medium"/>
              </a:rPr>
              <a:t>사용이유</a:t>
            </a:r>
          </a:p>
          <a:p>
            <a:pPr algn="l" lvl="0">
              <a:lnSpc>
                <a:spcPct val="101259"/>
              </a:lnSpc>
            </a:pPr>
            <a:r>
              <a:rPr lang="en" sz="6565" b="false" i="false" u="none" strike="noStrike">
                <a:solidFill>
                  <a:srgbClr val="000000"/>
                </a:solidFill>
                <a:latin typeface="SB AggroOTF Medium"/>
              </a:rPr>
              <a:t/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850900" y="5308600"/>
            <a:ext cx="16192500" cy="6959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61000"/>
          </a:blip>
          <a:stretch>
            <a:fillRect/>
          </a:stretch>
        </p:blipFill>
        <p:spPr>
          <a:xfrm rot="0">
            <a:off x="-101600" y="-254000"/>
            <a:ext cx="24485600" cy="39624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21386800" y="850900"/>
            <a:ext cx="2717800" cy="368300"/>
          </a:xfrm>
          <a:prstGeom prst="rect">
            <a:avLst/>
          </a:prstGeom>
        </p:spPr>
        <p:txBody>
          <a:bodyPr anchor="ctr" rtlCol="false"/>
          <a:lstStyle/>
          <a:p>
            <a:pPr algn="l" lvl="0">
              <a:lnSpc>
                <a:spcPct val="116199"/>
              </a:lnSpc>
            </a:pPr>
            <a:r>
              <a:rPr lang="en" sz="2053" b="false" i="false" u="none" strike="noStrike">
                <a:solidFill>
                  <a:srgbClr val="000000"/>
                </a:solidFill>
                <a:latin typeface="Anek Tamil Expanded Regular"/>
              </a:rPr>
              <a:t>MIRICOMPANY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0802600" y="901700"/>
            <a:ext cx="508000" cy="2286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50800" y="13195300"/>
            <a:ext cx="24485600" cy="6858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850900" y="850900"/>
            <a:ext cx="5511800" cy="368300"/>
          </a:xfrm>
          <a:prstGeom prst="rect">
            <a:avLst/>
          </a:prstGeom>
        </p:spPr>
        <p:txBody>
          <a:bodyPr anchor="ctr" rtlCol="false"/>
          <a:lstStyle/>
          <a:p>
            <a:pPr algn="l" lvl="0">
              <a:lnSpc>
                <a:spcPct val="116199"/>
              </a:lnSpc>
            </a:pPr>
            <a:r>
              <a:rPr lang="en" sz="2053" b="false" i="false" u="none" strike="noStrike" spc="-62">
                <a:solidFill>
                  <a:srgbClr val="000000">
                    <a:alpha val="67843"/>
                  </a:srgbClr>
                </a:solidFill>
                <a:latin typeface="Anek Tamil Expanded SemiBold"/>
              </a:rPr>
              <a:t>MARKETING PLAN Presentation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54100" y="1295400"/>
            <a:ext cx="12903200" cy="5029200"/>
          </a:xfrm>
          <a:prstGeom prst="rect">
            <a:avLst/>
          </a:prstGeom>
        </p:spPr>
        <p:txBody>
          <a:bodyPr anchor="ctr" rtlCol="false" lIns="0" tIns="76200" rIns="0" bIns="76200"/>
          <a:lstStyle/>
          <a:p>
            <a:pPr algn="l" lvl="0">
              <a:lnSpc>
                <a:spcPct val="101259"/>
              </a:lnSpc>
            </a:pPr>
            <a:r>
              <a:rPr lang="en-US" sz="13618" b="false" i="false" u="none" strike="noStrike" spc="-3">
                <a:solidFill>
                  <a:srgbClr val="000000"/>
                </a:solidFill>
                <a:latin typeface="SB AggroOTF Medium"/>
              </a:rPr>
              <a:t>BFS </a:t>
            </a:r>
            <a:r>
              <a:rPr lang="ko-KR" sz="13618" b="false" i="false" u="none" strike="noStrike" spc="-3">
                <a:solidFill>
                  <a:srgbClr val="000000"/>
                </a:solidFill>
                <a:ea typeface="SB AggroOTF Medium"/>
              </a:rPr>
              <a:t>예제</a:t>
            </a:r>
          </a:p>
          <a:p>
            <a:pPr algn="l" lvl="0">
              <a:lnSpc>
                <a:spcPct val="101259"/>
              </a:lnSpc>
            </a:pPr>
            <a:r>
              <a:rPr lang="en" sz="13618" b="false" i="false" u="none" strike="noStrike">
                <a:solidFill>
                  <a:srgbClr val="000000"/>
                </a:solidFill>
                <a:latin typeface="SB AggroOTF Medium"/>
              </a:rPr>
              <a:t/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800100" y="3568700"/>
            <a:ext cx="9042400" cy="83693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000000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1600200" y="9601200"/>
            <a:ext cx="8229600" cy="82296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63000"/>
          </a:blip>
          <a:stretch>
            <a:fillRect/>
          </a:stretch>
        </p:blipFill>
        <p:spPr>
          <a:xfrm rot="0">
            <a:off x="-508000" y="6299200"/>
            <a:ext cx="25400000" cy="254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5283200" y="3911600"/>
            <a:ext cx="13817600" cy="4978400"/>
          </a:xfrm>
          <a:prstGeom prst="rect">
            <a:avLst/>
          </a:prstGeom>
        </p:spPr>
        <p:txBody>
          <a:bodyPr anchor="ctr" rtlCol="false" lIns="0" tIns="170984" rIns="0" bIns="170984"/>
          <a:lstStyle/>
          <a:p>
            <a:pPr algn="ctr" lvl="0">
              <a:lnSpc>
                <a:spcPct val="101259"/>
              </a:lnSpc>
            </a:pPr>
            <a:r>
              <a:rPr lang="en" sz="14959" b="false" i="false" u="none" strike="noStrike">
                <a:solidFill>
                  <a:srgbClr val="9EFF00"/>
                </a:solidFill>
                <a:latin typeface="Anek Tamil Expanded ExtraBold"/>
              </a:rPr>
              <a:t>THANK</a:t>
            </a:r>
          </a:p>
          <a:p>
            <a:pPr algn="ctr" lvl="0">
              <a:lnSpc>
                <a:spcPct val="101259"/>
              </a:lnSpc>
            </a:pPr>
            <a:r>
              <a:rPr lang="en" sz="14959" b="false" i="false" u="none" strike="noStrike">
                <a:solidFill>
                  <a:srgbClr val="9EFF00"/>
                </a:solidFill>
                <a:latin typeface="Anek Tamil Expanded ExtraBold"/>
              </a:rPr>
              <a:t>YOU 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alphaModFix amt="63000"/>
          </a:blip>
          <a:stretch>
            <a:fillRect/>
          </a:stretch>
        </p:blipFill>
        <p:spPr>
          <a:xfrm rot="0">
            <a:off x="-508000" y="8636000"/>
            <a:ext cx="25400000" cy="25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alphaModFix amt="63000"/>
          </a:blip>
          <a:stretch>
            <a:fillRect/>
          </a:stretch>
        </p:blipFill>
        <p:spPr>
          <a:xfrm rot="0">
            <a:off x="-508000" y="3949700"/>
            <a:ext cx="25400000" cy="254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0807700" y="2590800"/>
            <a:ext cx="5511800" cy="736600"/>
          </a:xfrm>
          <a:prstGeom prst="rect">
            <a:avLst/>
          </a:prstGeom>
        </p:spPr>
        <p:txBody>
          <a:bodyPr anchor="ctr" rtlCol="false"/>
          <a:lstStyle/>
          <a:p>
            <a:pPr algn="l" lvl="0">
              <a:lnSpc>
                <a:spcPct val="116199"/>
              </a:lnSpc>
            </a:pPr>
            <a:r>
              <a:rPr lang="en" sz="4163" b="false" i="false" u="none" strike="noStrike">
                <a:solidFill>
                  <a:srgbClr val="FFFFFF"/>
                </a:solidFill>
                <a:latin typeface="Anek Tamil Expanded Regular"/>
              </a:rPr>
              <a:t>MIRICOMPANY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9639300" y="2692400"/>
            <a:ext cx="1028700" cy="4699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908800" y="7315200"/>
            <a:ext cx="406400" cy="406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429500" y="7315200"/>
            <a:ext cx="406400" cy="4064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937500" y="7315200"/>
            <a:ext cx="406400" cy="4064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7170400" y="4978400"/>
            <a:ext cx="406400" cy="4064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7678400" y="4978400"/>
            <a:ext cx="406400" cy="4064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8199100" y="4978400"/>
            <a:ext cx="406400" cy="4064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7208500" y="-4318000"/>
            <a:ext cx="8229600" cy="82296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9347200" y="9601200"/>
            <a:ext cx="2006600" cy="546100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11493500" y="9677400"/>
            <a:ext cx="2921000" cy="393700"/>
          </a:xfrm>
          <a:prstGeom prst="rect">
            <a:avLst/>
          </a:prstGeom>
        </p:spPr>
        <p:txBody>
          <a:bodyPr anchor="ctr" rtlCol="false"/>
          <a:lstStyle/>
          <a:p>
            <a:pPr algn="l" lvl="0">
              <a:lnSpc>
                <a:spcPct val="116199"/>
              </a:lnSpc>
            </a:pPr>
            <a:r>
              <a:rPr lang="en" sz="2210" b="false" i="false" u="none" strike="noStrike">
                <a:solidFill>
                  <a:srgbClr val="FFFFFF"/>
                </a:solidFill>
                <a:latin typeface="Anek Tamil Expanded Regular"/>
              </a:rPr>
              <a:t>+123-456-7890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652000" y="9728200"/>
            <a:ext cx="1409700" cy="304800"/>
          </a:xfrm>
          <a:prstGeom prst="rect">
            <a:avLst/>
          </a:prstGeom>
        </p:spPr>
        <p:txBody>
          <a:bodyPr anchor="ctr" rtlCol="false"/>
          <a:lstStyle/>
          <a:p>
            <a:pPr algn="ctr" lvl="0">
              <a:lnSpc>
                <a:spcPct val="116199"/>
              </a:lnSpc>
            </a:pPr>
            <a:r>
              <a:rPr lang="en" sz="1724" b="false" i="false" u="none" strike="noStrike" spc="-86">
                <a:solidFill>
                  <a:srgbClr val="000000"/>
                </a:solidFill>
                <a:latin typeface="Anek Tamil Expanded ExtraBold"/>
              </a:rPr>
              <a:t>PHONE</a:t>
            </a:r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9347200" y="11430000"/>
            <a:ext cx="2006600" cy="546100"/>
          </a:xfrm>
          <a:prstGeom prst="rect">
            <a:avLst/>
          </a:prstGeom>
        </p:spPr>
      </p:pic>
      <p:sp>
        <p:nvSpPr>
          <p:cNvPr name="TextBox 20" id="20"/>
          <p:cNvSpPr txBox="true"/>
          <p:nvPr/>
        </p:nvSpPr>
        <p:spPr>
          <a:xfrm rot="0">
            <a:off x="11493500" y="11506200"/>
            <a:ext cx="2921000" cy="393700"/>
          </a:xfrm>
          <a:prstGeom prst="rect">
            <a:avLst/>
          </a:prstGeom>
        </p:spPr>
        <p:txBody>
          <a:bodyPr anchor="ctr" rtlCol="false"/>
          <a:lstStyle/>
          <a:p>
            <a:pPr algn="l" lvl="0">
              <a:lnSpc>
                <a:spcPct val="116199"/>
              </a:lnSpc>
            </a:pPr>
            <a:r>
              <a:rPr lang="en" sz="2210" b="false" i="false" u="none" strike="noStrike">
                <a:solidFill>
                  <a:srgbClr val="FFFFFF"/>
                </a:solidFill>
                <a:latin typeface="Anek Tamil Expanded Regular"/>
              </a:rPr>
              <a:t>yoursitehere.com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652000" y="11557000"/>
            <a:ext cx="1409700" cy="304800"/>
          </a:xfrm>
          <a:prstGeom prst="rect">
            <a:avLst/>
          </a:prstGeom>
        </p:spPr>
        <p:txBody>
          <a:bodyPr anchor="ctr" rtlCol="false"/>
          <a:lstStyle/>
          <a:p>
            <a:pPr algn="ctr" lvl="0">
              <a:lnSpc>
                <a:spcPct val="116199"/>
              </a:lnSpc>
            </a:pPr>
            <a:r>
              <a:rPr lang="en" sz="1724" b="false" i="false" u="none" strike="noStrike" spc="-86">
                <a:solidFill>
                  <a:srgbClr val="000000"/>
                </a:solidFill>
                <a:latin typeface="Anek Tamil Expanded ExtraBold"/>
              </a:rPr>
              <a:t>WEBSITE</a:t>
            </a:r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347200" y="10515600"/>
            <a:ext cx="2006600" cy="546100"/>
          </a:xfrm>
          <a:prstGeom prst="rect">
            <a:avLst/>
          </a:prstGeom>
        </p:spPr>
      </p:pic>
      <p:sp>
        <p:nvSpPr>
          <p:cNvPr name="TextBox 23" id="23"/>
          <p:cNvSpPr txBox="true"/>
          <p:nvPr/>
        </p:nvSpPr>
        <p:spPr>
          <a:xfrm rot="0">
            <a:off x="11493500" y="10591800"/>
            <a:ext cx="4673600" cy="393700"/>
          </a:xfrm>
          <a:prstGeom prst="rect">
            <a:avLst/>
          </a:prstGeom>
        </p:spPr>
        <p:txBody>
          <a:bodyPr anchor="ctr" rtlCol="false"/>
          <a:lstStyle/>
          <a:p>
            <a:pPr algn="l" lvl="0">
              <a:lnSpc>
                <a:spcPct val="116199"/>
              </a:lnSpc>
            </a:pPr>
            <a:r>
              <a:rPr lang="en" sz="2210" b="false" i="false" u="none" strike="noStrike">
                <a:solidFill>
                  <a:srgbClr val="FFFFFF"/>
                </a:solidFill>
                <a:latin typeface="Anek Tamil Expanded Regular"/>
              </a:rPr>
              <a:t>123 Anywhere St., Any City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652000" y="10642600"/>
            <a:ext cx="1409700" cy="304800"/>
          </a:xfrm>
          <a:prstGeom prst="rect">
            <a:avLst/>
          </a:prstGeom>
        </p:spPr>
        <p:txBody>
          <a:bodyPr anchor="ctr" rtlCol="false"/>
          <a:lstStyle/>
          <a:p>
            <a:pPr algn="ctr" lvl="0">
              <a:lnSpc>
                <a:spcPct val="116199"/>
              </a:lnSpc>
            </a:pPr>
            <a:r>
              <a:rPr lang="en" sz="1724" b="false" i="false" u="none" strike="noStrike" spc="-86">
                <a:solidFill>
                  <a:srgbClr val="000000"/>
                </a:solidFill>
                <a:latin typeface="Anek Tamil Expanded ExtraBold"/>
              </a:rPr>
              <a:t>LOCATION</a:t>
            </a:r>
          </a:p>
        </p:txBody>
      </p:sp>
    </p:spTree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189</ep:Words>
  <ep:PresentationFormat>On-screen Show (4:3)</ep:PresentationFormat>
  <ep:Paragraphs>108</ep:Paragraphs>
  <ep:Slides>16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ep:HeadingPairs>
  <ep:TitlesOfParts>
    <vt:vector size="17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2006-08-16T00:00:00.000</dcterms:created>
  <cp:lastModifiedBy>PC2305</cp:lastModifiedBy>
  <dcterms:modified xsi:type="dcterms:W3CDTF">2025-11-27T12:16:33.850</dcterms:modified>
  <cp:revision>2</cp:revision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