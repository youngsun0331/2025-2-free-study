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Anek Tamil Expanded ExtraBold"/>
      <p:bold r:id="rId28"/>
    </p:embeddedFont>
    <p:embeddedFont>
      <p:font typeface="SB AggroOTF Medium"/>
      <p:regular r:id="rId29"/>
    </p:embeddedFont>
    <p:embeddedFont>
      <p:font typeface="Anek Tamil Expanded Regular"/>
      <p:regular r:id="rId30"/>
    </p:embeddedFont>
    <p:embeddedFont>
      <p:font typeface="Anek Tamil Expanded SemiBold"/>
      <p:bold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1.fntdata" Type="http://schemas.openxmlformats.org/officeDocument/2006/relationships/font"/><Relationship Id="rId29" Target="fonts/font2.fntdata" Type="http://schemas.openxmlformats.org/officeDocument/2006/relationships/font"/><Relationship Id="rId3" Target="viewProps.xml" Type="http://schemas.openxmlformats.org/officeDocument/2006/relationships/viewProps"/><Relationship Id="rId30" Target="fonts/font3.fntdata" Type="http://schemas.openxmlformats.org/officeDocument/2006/relationships/font"/><Relationship Id="rId31" Target="fonts/font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png" Type="http://schemas.openxmlformats.org/officeDocument/2006/relationships/image"/><Relationship Id="rId11" Target="../media/image21.png" Type="http://schemas.openxmlformats.org/officeDocument/2006/relationships/image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Relationship Id="rId7" Target="../media/image17.png" Type="http://schemas.openxmlformats.org/officeDocument/2006/relationships/image"/><Relationship Id="rId8" Target="../media/image18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6.png" Type="http://schemas.openxmlformats.org/officeDocument/2006/relationships/image"/><Relationship Id="rId6" Target="../media/image2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31.png" Type="http://schemas.openxmlformats.org/officeDocument/2006/relationships/image"/><Relationship Id="rId6" Target="../media/image3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3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Relationship Id="rId5" Target="../media/image34.png" Type="http://schemas.openxmlformats.org/officeDocument/2006/relationships/image"/><Relationship Id="rId6" Target="../media/image35.png" Type="http://schemas.openxmlformats.org/officeDocument/2006/relationships/image"/><Relationship Id="rId7" Target="../media/image3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5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11" Target="../media/image39.png" Type="http://schemas.openxmlformats.org/officeDocument/2006/relationships/image"/><Relationship Id="rId12" Target="../media/image40.png" Type="http://schemas.openxmlformats.org/officeDocument/2006/relationships/image"/><Relationship Id="rId13" Target="../media/image41.png" Type="http://schemas.openxmlformats.org/officeDocument/2006/relationships/image"/><Relationship Id="rId14" Target="../media/image42.png" Type="http://schemas.openxmlformats.org/officeDocument/2006/relationships/image"/><Relationship Id="rId2" Target="../media/image13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Relationship Id="rId6" Target="../media/image18.png" Type="http://schemas.openxmlformats.org/officeDocument/2006/relationships/image"/><Relationship Id="rId7" Target="../media/image17.png" Type="http://schemas.openxmlformats.org/officeDocument/2006/relationships/image"/><Relationship Id="rId8" Target="../media/image37.png" Type="http://schemas.openxmlformats.org/officeDocument/2006/relationships/image"/><Relationship Id="rId9" Target="../media/image2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1.png" Type="http://schemas.openxmlformats.org/officeDocument/2006/relationships/image"/><Relationship Id="rId4" Target="../media/image44.png" Type="http://schemas.openxmlformats.org/officeDocument/2006/relationships/image"/><Relationship Id="rId5" Target="../media/image5.png" Type="http://schemas.openxmlformats.org/officeDocument/2006/relationships/image"/><Relationship Id="rId6" Target="../media/image45.png" Type="http://schemas.openxmlformats.org/officeDocument/2006/relationships/image"/><Relationship Id="rId7" Target="../media/image4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3000"/>
          </a:blip>
          <a:stretch>
            <a:fillRect/>
          </a:stretch>
        </p:blipFill>
        <p:spPr>
          <a:xfrm rot="0">
            <a:off x="-381000" y="3987800"/>
            <a:ext cx="19050000" cy="25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1282700" y="2044700"/>
            <a:ext cx="10223500" cy="3949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11200" b="false" i="false" u="none" strike="noStrike">
                <a:solidFill>
                  <a:srgbClr val="9EFF00"/>
                </a:solidFill>
                <a:latin typeface="Anek Tamil Expanded ExtraBold"/>
              </a:rPr>
              <a:t>C</a:t>
            </a:r>
            <a:r>
              <a:rPr lang="en-US" sz="11200" b="false" i="false" u="none" strike="noStrike">
                <a:solidFill>
                  <a:srgbClr val="FFFFFF"/>
                </a:solidFill>
                <a:latin typeface="Anek Tamil Expanded ExtraBold"/>
              </a:rPr>
              <a:t>AS</a:t>
            </a:r>
          </a:p>
          <a:p>
            <a:pPr algn="l" lvl="0">
              <a:lnSpc>
                <a:spcPct val="101259"/>
              </a:lnSpc>
            </a:pPr>
            <a:r>
              <a:rPr lang="en-US" sz="11200" b="false" i="false" u="none" strike="noStrike">
                <a:solidFill>
                  <a:srgbClr val="FFFFFF"/>
                </a:solidFill>
                <a:latin typeface="Anek Tamil Expanded ExtraBold"/>
              </a:rPr>
              <a:t>3</a:t>
            </a:r>
            <a:r>
              <a:rPr lang="ko-KR" sz="11200" b="false" i="false" u="none" strike="noStrike">
                <a:solidFill>
                  <a:srgbClr val="FFFFFF"/>
                </a:solidFill>
                <a:ea typeface="SB AggroOTF Medium"/>
              </a:rPr>
              <a:t>주차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8674100" y="-3517900"/>
            <a:ext cx="5562600" cy="5562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4338300" y="7962900"/>
            <a:ext cx="5562600" cy="55626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2">
            <a:alphaModFix amt="63000"/>
          </a:blip>
          <a:stretch>
            <a:fillRect/>
          </a:stretch>
        </p:blipFill>
        <p:spPr>
          <a:xfrm rot="0">
            <a:off x="-381000" y="5753100"/>
            <a:ext cx="19050000" cy="25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2">
            <a:alphaModFix amt="63000"/>
          </a:blip>
          <a:stretch>
            <a:fillRect/>
          </a:stretch>
        </p:blipFill>
        <p:spPr>
          <a:xfrm rot="0">
            <a:off x="-381000" y="2235200"/>
            <a:ext cx="19050000" cy="25400"/>
          </a:xfrm>
          <a:prstGeom prst="rect">
            <a:avLst/>
          </a:prstGeom>
        </p:spPr>
      </p:pic>
      <p:grpSp>
        <p:nvGrpSpPr>
          <p:cNvPr name="Group 8" id="8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9" id="9"/>
          <p:cNvSpPr txBox="true"/>
          <p:nvPr/>
        </p:nvSpPr>
        <p:spPr>
          <a:xfrm rot="0">
            <a:off x="15748000" y="711200"/>
            <a:ext cx="2413000" cy="330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800" b="false" i="false" u="none" strike="noStrike">
                <a:solidFill>
                  <a:srgbClr val="FFFFFF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5240000" y="762000"/>
            <a:ext cx="457200" cy="2032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82700" y="8991600"/>
            <a:ext cx="1384300" cy="3810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2768600" y="9042400"/>
            <a:ext cx="19939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FFFFFF"/>
                </a:solidFill>
                <a:latin typeface="Anek Tamil Expanded Regular"/>
              </a:rPr>
              <a:t>+123-456-7890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98600" y="9067800"/>
            <a:ext cx="939800" cy="203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200" b="false" i="false" u="none" strike="noStrike" spc="-100">
                <a:solidFill>
                  <a:srgbClr val="000000"/>
                </a:solidFill>
                <a:latin typeface="Anek Tamil Expanded ExtraBold"/>
              </a:rPr>
              <a:t>PHONE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711700" y="8991600"/>
            <a:ext cx="1384300" cy="3810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6184900" y="9042400"/>
            <a:ext cx="19939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FFFFFF"/>
                </a:solidFill>
                <a:latin typeface="Anek Tamil Expanded Regular"/>
              </a:rPr>
              <a:t>yoursitehere.com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7600" y="9067800"/>
            <a:ext cx="939800" cy="203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200" b="false" i="false" u="none" strike="noStrike" spc="-100">
                <a:solidFill>
                  <a:srgbClr val="000000"/>
                </a:solidFill>
                <a:latin typeface="Anek Tamil Expanded ExtraBold"/>
              </a:rPr>
              <a:t>WEBSITE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382000" y="8991600"/>
            <a:ext cx="1384300" cy="381000"/>
          </a:xfrm>
          <a:prstGeom prst="rect">
            <a:avLst/>
          </a:prstGeom>
        </p:spPr>
      </p:pic>
      <p:grpSp>
        <p:nvGrpSpPr>
          <p:cNvPr name="Group 18" id="18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9" id="1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7315200" y="4838700"/>
            <a:ext cx="304800" cy="3048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7696200" y="4838700"/>
            <a:ext cx="304800" cy="3048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077200" y="4838700"/>
            <a:ext cx="304800" cy="304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0617200" y="2184400"/>
            <a:ext cx="6451600" cy="6451600"/>
          </a:xfrm>
          <a:prstGeom prst="rect">
            <a:avLst/>
          </a:prstGeom>
        </p:spPr>
      </p:pic>
      <p:grpSp>
        <p:nvGrpSpPr>
          <p:cNvPr name="Group 23" id="2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24" id="24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6052800" y="7200900"/>
            <a:ext cx="304800" cy="304800"/>
          </a:xfrm>
          <a:prstGeom prst="rect">
            <a:avLst/>
          </a:prstGeom>
        </p:spPr>
      </p:pic>
      <p:pic>
        <p:nvPicPr>
          <p:cNvPr name="Picture 25" id="25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6433800" y="7200900"/>
            <a:ext cx="304800" cy="3048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6814800" y="7200900"/>
            <a:ext cx="304800" cy="3048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371600" y="1181100"/>
            <a:ext cx="1041400" cy="8763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9855200" y="9042400"/>
            <a:ext cx="31877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FFFFFF"/>
                </a:solidFill>
                <a:latin typeface="Anek Tamil Expanded Regular"/>
              </a:rPr>
              <a:t>123 Anywhere St., Any City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597900" y="9067800"/>
            <a:ext cx="939800" cy="203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200" b="false" i="false" u="none" strike="noStrike" spc="-100">
                <a:solidFill>
                  <a:srgbClr val="000000"/>
                </a:solidFill>
                <a:latin typeface="Anek Tamil Expanded ExtraBold"/>
              </a:rPr>
              <a:t>LOCATION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58900" y="1981200"/>
            <a:ext cx="7569200" cy="1981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11100" b="false" i="false" u="none" strike="noStrike">
                <a:solidFill>
                  <a:srgbClr val="9EFF00"/>
                </a:solidFill>
                <a:latin typeface="Anek Tamil Expanded ExtraBold"/>
              </a:rPr>
              <a:t>Agenda</a:t>
            </a:r>
          </a:p>
        </p:txBody>
      </p:sp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435100" y="1778000"/>
            <a:ext cx="304800" cy="3048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816100" y="1778000"/>
            <a:ext cx="304800" cy="304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197100" y="1778000"/>
            <a:ext cx="304800" cy="304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711200" y="7264400"/>
            <a:ext cx="4953000" cy="49403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2344400" y="-1778000"/>
            <a:ext cx="4953000" cy="4940300"/>
          </a:xfrm>
          <a:prstGeom prst="rect">
            <a:avLst/>
          </a:prstGeom>
        </p:spPr>
      </p:pic>
      <p:grpSp>
        <p:nvGrpSpPr>
          <p:cNvPr name="Group 9" id="9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alphaModFix amt="26000"/>
          </a:blip>
          <a:stretch>
            <a:fillRect/>
          </a:stretch>
        </p:blipFill>
        <p:spPr>
          <a:xfrm rot="0">
            <a:off x="9258300" y="4419600"/>
            <a:ext cx="1701800" cy="17272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5">
            <a:alphaModFix amt="26000"/>
          </a:blip>
          <a:stretch>
            <a:fillRect/>
          </a:stretch>
        </p:blipFill>
        <p:spPr>
          <a:xfrm rot="0">
            <a:off x="11417300" y="4419600"/>
            <a:ext cx="1701800" cy="17272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5">
            <a:alphaModFix amt="26000"/>
          </a:blip>
          <a:stretch>
            <a:fillRect/>
          </a:stretch>
        </p:blipFill>
        <p:spPr>
          <a:xfrm rot="0">
            <a:off x="13589000" y="4419600"/>
            <a:ext cx="1701800" cy="17272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7848600" y="52832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공지사항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88200" y="5270500"/>
            <a:ext cx="11430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01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7200900" y="5854700"/>
            <a:ext cx="4470400" cy="254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7848600" y="62611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복습</a:t>
            </a: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 </a:t>
            </a: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문제풀이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188200" y="6261100"/>
            <a:ext cx="1143000" cy="469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02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7200900" y="6832600"/>
            <a:ext cx="4470400" cy="254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7848600" y="72517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깃허브</a:t>
            </a: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 </a:t>
            </a: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기초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88200" y="7239000"/>
            <a:ext cx="571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03</a:t>
            </a: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7200900" y="7823200"/>
            <a:ext cx="4470400" cy="25400"/>
          </a:xfrm>
          <a:prstGeom prst="rect">
            <a:avLst/>
          </a:prstGeom>
        </p:spPr>
      </p:pic>
      <p:sp>
        <p:nvSpPr>
          <p:cNvPr name="TextBox 22" id="22"/>
          <p:cNvSpPr txBox="true"/>
          <p:nvPr/>
        </p:nvSpPr>
        <p:spPr>
          <a:xfrm rot="0">
            <a:off x="7848600" y="82423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이번주</a:t>
            </a: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 </a:t>
            </a:r>
            <a:r>
              <a:rPr lang="ko-KR" sz="2500" b="false" i="false" u="none" strike="noStrike">
                <a:solidFill>
                  <a:srgbClr val="FFFFFF"/>
                </a:solidFill>
                <a:ea typeface="Anek Tamil Expanded Regular"/>
              </a:rPr>
              <a:t>문제풀이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188200" y="8229600"/>
            <a:ext cx="1143000" cy="469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04</a:t>
            </a:r>
          </a:p>
        </p:txBody>
      </p:sp>
      <p:pic>
        <p:nvPicPr>
          <p:cNvPr name="Picture 24" id="24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7200900" y="8813800"/>
            <a:ext cx="4470400" cy="25400"/>
          </a:xfrm>
          <a:prstGeom prst="rect">
            <a:avLst/>
          </a:prstGeom>
        </p:spPr>
      </p:pic>
      <p:sp>
        <p:nvSpPr>
          <p:cNvPr name="TextBox 25" id="25"/>
          <p:cNvSpPr txBox="true"/>
          <p:nvPr/>
        </p:nvSpPr>
        <p:spPr>
          <a:xfrm rot="0">
            <a:off x="12941300" y="52832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Budget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280900" y="5270500"/>
            <a:ext cx="1143000" cy="469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05</a:t>
            </a:r>
          </a:p>
        </p:txBody>
      </p:sp>
      <p:pic>
        <p:nvPicPr>
          <p:cNvPr name="Picture 27" id="27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12293600" y="5854700"/>
            <a:ext cx="4470400" cy="254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2941300" y="62738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Marketing Mix 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280900" y="6261100"/>
            <a:ext cx="1143000" cy="469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06</a:t>
            </a:r>
          </a:p>
        </p:txBody>
      </p:sp>
      <p:pic>
        <p:nvPicPr>
          <p:cNvPr name="Picture 30" id="30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12293600" y="6832600"/>
            <a:ext cx="4470400" cy="25400"/>
          </a:xfrm>
          <a:prstGeom prst="rect">
            <a:avLst/>
          </a:prstGeom>
        </p:spPr>
      </p:pic>
      <p:sp>
        <p:nvSpPr>
          <p:cNvPr name="TextBox 31" id="31"/>
          <p:cNvSpPr txBox="true"/>
          <p:nvPr/>
        </p:nvSpPr>
        <p:spPr>
          <a:xfrm rot="0">
            <a:off x="12941300" y="72517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Marketing Channels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280900" y="7239000"/>
            <a:ext cx="1143000" cy="469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07</a:t>
            </a:r>
          </a:p>
        </p:txBody>
      </p:sp>
      <p:pic>
        <p:nvPicPr>
          <p:cNvPr name="Picture 33" id="33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12293600" y="7823200"/>
            <a:ext cx="4470400" cy="25400"/>
          </a:xfrm>
          <a:prstGeom prst="rect">
            <a:avLst/>
          </a:prstGeom>
        </p:spPr>
      </p:pic>
      <p:sp>
        <p:nvSpPr>
          <p:cNvPr name="TextBox 34" id="34"/>
          <p:cNvSpPr txBox="true"/>
          <p:nvPr/>
        </p:nvSpPr>
        <p:spPr>
          <a:xfrm rot="0">
            <a:off x="12941300" y="8242300"/>
            <a:ext cx="3949700" cy="444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500" b="false" i="false" u="none" strike="noStrike">
                <a:solidFill>
                  <a:srgbClr val="FFFFFF"/>
                </a:solidFill>
                <a:latin typeface="Anek Tamil Expanded Regular"/>
              </a:rPr>
              <a:t>KPI Overview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280900" y="8229600"/>
            <a:ext cx="1143000" cy="469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600" b="false" i="false" u="none" strike="noStrike">
                <a:solidFill>
                  <a:srgbClr val="FFFFFF"/>
                </a:solidFill>
                <a:latin typeface="Anek Tamil Expanded ExtraBold"/>
              </a:rPr>
              <a:t>08</a:t>
            </a:r>
          </a:p>
        </p:txBody>
      </p:sp>
      <p:pic>
        <p:nvPicPr>
          <p:cNvPr name="Picture 36" id="36"/>
          <p:cNvPicPr>
            <a:picLocks noChangeAspect="true"/>
          </p:cNvPicPr>
          <p:nvPr/>
        </p:nvPicPr>
        <p:blipFill>
          <a:blip r:embed="rId6">
            <a:alphaModFix amt="63000"/>
          </a:blip>
          <a:stretch>
            <a:fillRect/>
          </a:stretch>
        </p:blipFill>
        <p:spPr>
          <a:xfrm rot="0">
            <a:off x="12293600" y="8813800"/>
            <a:ext cx="4470400" cy="25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257300" y="3594100"/>
            <a:ext cx="9118600" cy="5575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alphaModFix amt="61000"/>
          </a:blip>
          <a:stretch>
            <a:fillRect/>
          </a:stretch>
        </p:blipFill>
        <p:spPr>
          <a:xfrm rot="0">
            <a:off x="50800" y="-368300"/>
            <a:ext cx="18364200" cy="29718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159000" y="1295400"/>
            <a:ext cx="3911600" cy="1689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9500" b="false" i="false" u="none" strike="noStrike" spc="-300">
                <a:solidFill>
                  <a:srgbClr val="000000"/>
                </a:solidFill>
                <a:ea typeface="SB AggroOTF Medium"/>
              </a:rPr>
              <a:t>벌금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43000" y="1803400"/>
            <a:ext cx="800100" cy="812800"/>
          </a:xfrm>
          <a:prstGeom prst="rect">
            <a:avLst/>
          </a:prstGeom>
        </p:spPr>
      </p:pic>
      <p:grpSp>
        <p:nvGrpSpPr>
          <p:cNvPr name="Group 6" id="6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7" id="7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82700" y="2044700"/>
            <a:ext cx="5334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1259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Anek Tamil Expanded ExtraBold"/>
              </a:rPr>
              <a:t>05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57300" y="3098800"/>
            <a:ext cx="15773400" cy="127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192500" y="2044700"/>
            <a:ext cx="838200" cy="6985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524000" y="3810000"/>
            <a:ext cx="8280400" cy="48260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0655300" y="3594100"/>
            <a:ext cx="6375400" cy="55753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416800" y="1993900"/>
            <a:ext cx="8229600" cy="609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2800"/>
              </a:lnSpc>
            </a:pPr>
            <a:r>
              <a:rPr lang="en-US" sz="1600" b="false" i="false" u="none" strike="noStrike">
                <a:solidFill>
                  <a:srgbClr val="000000">
                    <a:alpha val="67059"/>
                  </a:srgbClr>
                </a:solidFill>
                <a:latin typeface="SB AggroOTF Light"/>
              </a:rPr>
              <a:t>Please add a short description about the topic. </a:t>
            </a:r>
          </a:p>
          <a:p>
            <a:pPr algn="l" lvl="0">
              <a:lnSpc>
                <a:spcPct val="132800"/>
              </a:lnSpc>
            </a:pPr>
            <a:r>
              <a:rPr lang="en-US" sz="1600" b="false" i="false" u="none" strike="noStrike">
                <a:solidFill>
                  <a:srgbClr val="000000">
                    <a:alpha val="67059"/>
                  </a:srgbClr>
                </a:solidFill>
                <a:latin typeface="SB AggroOTF Light"/>
              </a:rPr>
              <a:t>Explain the relevant details that is related to the relevant information. 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1430000" y="4368800"/>
            <a:ext cx="279400" cy="279400"/>
          </a:xfrm>
          <a:prstGeom prst="rect">
            <a:avLst/>
          </a:prstGeom>
        </p:spPr>
      </p:pic>
      <p:sp>
        <p:nvSpPr>
          <p:cNvPr name="TextBox 18" id="18"/>
          <p:cNvSpPr txBox="true"/>
          <p:nvPr/>
        </p:nvSpPr>
        <p:spPr>
          <a:xfrm rot="0">
            <a:off x="11887200" y="42799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Item 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430000" y="4838700"/>
            <a:ext cx="51435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SB AggroOTF Light"/>
              </a:rPr>
              <a:t>Phasellus porta erat non odio semper dictum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1430000" y="5511800"/>
            <a:ext cx="279400" cy="279400"/>
          </a:xfrm>
          <a:prstGeom prst="rect">
            <a:avLst/>
          </a:prstGeom>
        </p:spPr>
      </p:pic>
      <p:sp>
        <p:nvSpPr>
          <p:cNvPr name="TextBox 21" id="21"/>
          <p:cNvSpPr txBox="true"/>
          <p:nvPr/>
        </p:nvSpPr>
        <p:spPr>
          <a:xfrm rot="0">
            <a:off x="11887200" y="54356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Item 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430000" y="5981700"/>
            <a:ext cx="51435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SB AggroOTF Light"/>
              </a:rPr>
              <a:t>Nunc non orci ac leo placerat tincidunt lorem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1430000" y="6667500"/>
            <a:ext cx="279400" cy="279400"/>
          </a:xfrm>
          <a:prstGeom prst="rect">
            <a:avLst/>
          </a:prstGeom>
        </p:spPr>
      </p:pic>
      <p:sp>
        <p:nvSpPr>
          <p:cNvPr name="TextBox 24" id="24"/>
          <p:cNvSpPr txBox="true"/>
          <p:nvPr/>
        </p:nvSpPr>
        <p:spPr>
          <a:xfrm rot="0">
            <a:off x="11887200" y="65786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Item 3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430000" y="7137400"/>
            <a:ext cx="51435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SB AggroOTF Light"/>
              </a:rPr>
              <a:t>Quisque eu lorem tempus, sollicitudin turpis </a:t>
            </a:r>
          </a:p>
        </p:txBody>
      </p:sp>
      <p:pic>
        <p:nvPicPr>
          <p:cNvPr name="Picture 26" id="2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1430000" y="7810500"/>
            <a:ext cx="279400" cy="279400"/>
          </a:xfrm>
          <a:prstGeom prst="rect">
            <a:avLst/>
          </a:prstGeom>
        </p:spPr>
      </p:pic>
      <p:sp>
        <p:nvSpPr>
          <p:cNvPr name="TextBox 27" id="27"/>
          <p:cNvSpPr txBox="true"/>
          <p:nvPr/>
        </p:nvSpPr>
        <p:spPr>
          <a:xfrm rot="0">
            <a:off x="11887200" y="77343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Item 4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430000" y="8280400"/>
            <a:ext cx="51435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SB AggroOTF Light"/>
              </a:rPr>
              <a:t>Maecenas auctor mauris eget suscipit mollis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685800" y="3124200"/>
            <a:ext cx="12026900" cy="3987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복습문제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double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자료형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사용해서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평균구하기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(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백준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1546)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</p:txBody>
      </p:sp>
      <p:grpSp>
        <p:nvGrpSpPr>
          <p:cNvPr name="Group 4" id="4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5" id="5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349500" y="749300"/>
            <a:ext cx="14084300" cy="89789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685800" y="4292600"/>
            <a:ext cx="12026900" cy="1663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복습문제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정렬하기</a:t>
            </a:r>
          </a:p>
        </p:txBody>
      </p:sp>
      <p:grpSp>
        <p:nvGrpSpPr>
          <p:cNvPr name="Group 4" id="4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5" id="5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685800" y="2349500"/>
            <a:ext cx="12026900" cy="553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복습문제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정렬하기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Arrays.sort(str)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Anek Tamil Expanded ExtraBold"/>
              </a:rPr>
              <a:t/>
            </a:r>
          </a:p>
        </p:txBody>
      </p:sp>
      <p:grpSp>
        <p:nvGrpSpPr>
          <p:cNvPr name="Group 4" id="4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5" id="5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245100" y="1968500"/>
            <a:ext cx="10960100" cy="36703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663700" y="4419600"/>
            <a:ext cx="1854200" cy="3797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35000" y="1714500"/>
            <a:ext cx="12103100" cy="2933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지난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시간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배운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내용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String [] =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배열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Anek Tamil Expanded ExtraBold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663700" y="4419600"/>
            <a:ext cx="6172200" cy="38354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35000" y="1714500"/>
            <a:ext cx="12103100" cy="2933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이번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시간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배울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내용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ArrayList&lt;int&gt; number 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Anek Tamil Expanded ExtraBold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08100" y="2476500"/>
            <a:ext cx="12103100" cy="5257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이번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시간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배울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내용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생성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추가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찾기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삭제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90600" y="4127500"/>
            <a:ext cx="16433800" cy="29972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622300" y="6426200"/>
            <a:ext cx="16979900" cy="27305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14500" y="1587500"/>
            <a:ext cx="12103100" cy="21590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이번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시간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배울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내용</a:t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생성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647700" y="3454400"/>
            <a:ext cx="16167100" cy="63754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25600" y="1117600"/>
            <a:ext cx="12103100" cy="3086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이번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시간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배울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내용</a:t>
            </a:r>
          </a:p>
          <a:p>
            <a:pPr algn="l" lvl="0">
              <a:lnSpc>
                <a:spcPct val="101259"/>
              </a:lnSpc>
            </a:pP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추가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및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찾기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06500" y="6527800"/>
            <a:ext cx="11188700" cy="36322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06500" y="2400300"/>
            <a:ext cx="11899900" cy="43434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06500" y="292100"/>
            <a:ext cx="12103100" cy="3086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이번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시간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배울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내용</a:t>
            </a:r>
          </a:p>
          <a:p>
            <a:pPr algn="l" lvl="0">
              <a:lnSpc>
                <a:spcPct val="101259"/>
              </a:lnSpc>
            </a:pP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리스트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추가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및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원소</a:t>
            </a:r>
            <a:r>
              <a:rPr lang="en-US" sz="6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6000" b="false" i="false" u="none" strike="noStrike">
                <a:solidFill>
                  <a:srgbClr val="000000"/>
                </a:solidFill>
                <a:ea typeface="SB AggroOTF Medium"/>
              </a:rPr>
              <a:t>찾기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5600" y="1282700"/>
            <a:ext cx="12103100" cy="2933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연습문제</a:t>
            </a:r>
          </a:p>
          <a:p>
            <a:pPr algn="l" lvl="0">
              <a:lnSpc>
                <a:spcPct val="101259"/>
              </a:lnSpc>
            </a:pP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백준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나머지</a:t>
            </a:r>
            <a:r>
              <a:rPr lang="en-US" sz="5000" b="false" i="false" u="none" strike="noStrike">
                <a:solidFill>
                  <a:srgbClr val="000000"/>
                </a:solidFill>
                <a:latin typeface="SB AggroOTF Medium"/>
              </a:rPr>
              <a:t> 3052</a:t>
            </a:r>
            <a:r>
              <a:rPr lang="ko-KR" sz="5000" b="false" i="false" u="none" strike="noStrike">
                <a:solidFill>
                  <a:srgbClr val="000000"/>
                </a:solidFill>
                <a:ea typeface="SB AggroOTF Medium"/>
              </a:rPr>
              <a:t>문제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-76200" y="1981200"/>
            <a:ext cx="9525000" cy="7912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144000" y="1092200"/>
            <a:ext cx="7391400" cy="81153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35000" y="558800"/>
            <a:ext cx="121031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스택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개념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43100" y="3771900"/>
            <a:ext cx="12103100" cy="3898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스택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연습문제</a:t>
            </a:r>
          </a:p>
          <a:p>
            <a:pPr algn="l" lvl="0">
              <a:lnSpc>
                <a:spcPct val="101259"/>
              </a:lnSpc>
            </a:pP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백준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10829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이진수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변환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95700" y="2717800"/>
            <a:ext cx="12103100" cy="2654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자바에서는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Stack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보단</a:t>
            </a:r>
          </a:p>
          <a:p>
            <a:pPr algn="l" lvl="0">
              <a:lnSpc>
                <a:spcPct val="101259"/>
              </a:lnSpc>
            </a:pP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Deque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를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주로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씀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588000" y="1574800"/>
            <a:ext cx="10007600" cy="71247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25600" y="2044700"/>
            <a:ext cx="121031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큐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개념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368300" y="2362200"/>
            <a:ext cx="14300200" cy="3530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368300" y="4953000"/>
            <a:ext cx="12547600" cy="29591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558800" y="7162800"/>
            <a:ext cx="15049500" cy="25019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66800" y="977900"/>
            <a:ext cx="121031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큐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개념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4" id="4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92200" y="3162300"/>
            <a:ext cx="12103100" cy="3898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큐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연습문제</a:t>
            </a:r>
          </a:p>
          <a:p>
            <a:pPr algn="l" lvl="0">
              <a:lnSpc>
                <a:spcPct val="101259"/>
              </a:lnSpc>
            </a:pP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/>
            </a:r>
          </a:p>
          <a:p>
            <a:pPr algn="l" lvl="0">
              <a:lnSpc>
                <a:spcPct val="101259"/>
              </a:lnSpc>
            </a:pP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프린터큐</a:t>
            </a:r>
            <a:r>
              <a:rPr lang="en-US" sz="8000" b="false" i="false" u="none" strike="noStrike">
                <a:solidFill>
                  <a:srgbClr val="000000"/>
                </a:solidFill>
                <a:latin typeface="SB AggroOTF Medium"/>
              </a:rPr>
              <a:t> - 1966</a:t>
            </a:r>
            <a:r>
              <a:rPr lang="ko-KR" sz="8000" b="false" i="false" u="none" strike="noStrike">
                <a:solidFill>
                  <a:srgbClr val="000000"/>
                </a:solidFill>
                <a:ea typeface="SB AggroOTF Medium"/>
              </a:rPr>
              <a:t>번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61000"/>
          </a:blip>
          <a:stretch>
            <a:fillRect/>
          </a:stretch>
        </p:blipFill>
        <p:spPr>
          <a:xfrm rot="0">
            <a:off x="-76200" y="-190500"/>
            <a:ext cx="18364200" cy="29718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2159000" y="1409700"/>
            <a:ext cx="16141700" cy="170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9500" b="false" i="false" u="none" strike="noStrike" spc="-300">
                <a:solidFill>
                  <a:srgbClr val="000000"/>
                </a:solidFill>
                <a:latin typeface="Anek Tamil Expanded ExtraBold"/>
              </a:rPr>
              <a:t>Marketing Mix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43000" y="1803400"/>
            <a:ext cx="800100" cy="8128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231900" y="3352800"/>
            <a:ext cx="8407400" cy="609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2800"/>
              </a:lnSpc>
            </a:pPr>
            <a:r>
              <a:rPr lang="en-US" sz="1600" b="false" i="false" u="none" strike="noStrike">
                <a:solidFill>
                  <a:srgbClr val="000000">
                    <a:alpha val="67059"/>
                  </a:srgbClr>
                </a:solidFill>
                <a:latin typeface="SB AggroOTF Light"/>
              </a:rPr>
              <a:t>Please add a short description about the topic. </a:t>
            </a:r>
          </a:p>
          <a:p>
            <a:pPr algn="l" lvl="0">
              <a:lnSpc>
                <a:spcPct val="132800"/>
              </a:lnSpc>
            </a:pPr>
            <a:r>
              <a:rPr lang="en-US" sz="1600" b="false" i="false" u="none" strike="noStrike">
                <a:solidFill>
                  <a:srgbClr val="000000">
                    <a:alpha val="67059"/>
                  </a:srgbClr>
                </a:solidFill>
                <a:latin typeface="SB AggroOTF Light"/>
              </a:rPr>
              <a:t>Explain the relevant details that is related to the relevant information. </a:t>
            </a:r>
          </a:p>
        </p:txBody>
      </p:sp>
      <p:grpSp>
        <p:nvGrpSpPr>
          <p:cNvPr name="Group 6" id="6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7" id="7"/>
          <p:cNvSpPr txBox="true"/>
          <p:nvPr/>
        </p:nvSpPr>
        <p:spPr>
          <a:xfrm rot="0">
            <a:off x="16040100" y="635000"/>
            <a:ext cx="20193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>
                <a:solidFill>
                  <a:srgbClr val="000000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5595600" y="673100"/>
            <a:ext cx="381000" cy="177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82700" y="2044700"/>
            <a:ext cx="5334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1259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Anek Tamil Expanded ExtraBold"/>
              </a:rPr>
              <a:t>06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57300" y="3098800"/>
            <a:ext cx="15773400" cy="127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-38100" y="9893300"/>
            <a:ext cx="18364200" cy="5207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192500" y="2044700"/>
            <a:ext cx="838200" cy="698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635000" y="635000"/>
            <a:ext cx="4114800" cy="266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500" b="false" i="false" u="none" strike="noStrike" spc="-100">
                <a:solidFill>
                  <a:srgbClr val="000000">
                    <a:alpha val="67843"/>
                  </a:srgbClr>
                </a:solidFill>
                <a:latin typeface="Anek Tamil Expanded SemiBold"/>
              </a:rPr>
              <a:t>MARKETING PLAN PRESENTATION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257300" y="4699000"/>
            <a:ext cx="7721600" cy="20701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965700" y="4597400"/>
            <a:ext cx="279400" cy="2794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676400" y="4864100"/>
            <a:ext cx="1651000" cy="16510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3657600" y="50673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Product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57600" y="5562600"/>
            <a:ext cx="5054600" cy="838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7820"/>
              </a:lnSpc>
            </a:pPr>
            <a:r>
              <a:rPr lang="en-US" sz="1500" b="false" i="false" u="none" strike="noStrike">
                <a:solidFill>
                  <a:srgbClr val="000000">
                    <a:alpha val="80000"/>
                  </a:srgbClr>
                </a:solidFill>
                <a:latin typeface="SB AggroOTF Light"/>
              </a:rPr>
              <a:t>Efficient, reliable, and sustainable, catering to the needs of young professionals who value quality and ethical practices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9321800" y="4699000"/>
            <a:ext cx="7721600" cy="20701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030200" y="4597400"/>
            <a:ext cx="279400" cy="279400"/>
          </a:xfrm>
          <a:prstGeom prst="rect">
            <a:avLst/>
          </a:prstGeom>
        </p:spPr>
      </p:pic>
      <p:sp>
        <p:nvSpPr>
          <p:cNvPr name="TextBox 21" id="21"/>
          <p:cNvSpPr txBox="true"/>
          <p:nvPr/>
        </p:nvSpPr>
        <p:spPr>
          <a:xfrm rot="0">
            <a:off x="11722100" y="50673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Place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722100" y="5562600"/>
            <a:ext cx="5118100" cy="838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7820"/>
              </a:lnSpc>
            </a:pPr>
            <a:r>
              <a:rPr lang="en-US" sz="1500" b="false" i="false" u="none" strike="noStrike" spc="-100">
                <a:solidFill>
                  <a:srgbClr val="000000">
                    <a:alpha val="80000"/>
                  </a:srgbClr>
                </a:solidFill>
                <a:latin typeface="SB AggroOTF Light"/>
              </a:rPr>
              <a:t>Urban and suburban areas where young professionals are concentrated, particularly in cities known for valuing sustainability and innovation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257300" y="7010400"/>
            <a:ext cx="7721600" cy="20701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965700" y="6908800"/>
            <a:ext cx="279400" cy="279400"/>
          </a:xfrm>
          <a:prstGeom prst="rect">
            <a:avLst/>
          </a:prstGeom>
        </p:spPr>
      </p:pic>
      <p:sp>
        <p:nvSpPr>
          <p:cNvPr name="TextBox 25" id="25"/>
          <p:cNvSpPr txBox="true"/>
          <p:nvPr/>
        </p:nvSpPr>
        <p:spPr>
          <a:xfrm rot="0">
            <a:off x="3657600" y="7391400"/>
            <a:ext cx="24130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Promotion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657600" y="7886700"/>
            <a:ext cx="5054600" cy="838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7820"/>
              </a:lnSpc>
            </a:pPr>
            <a:r>
              <a:rPr lang="en-US" sz="1500" b="false" i="false" u="none" strike="noStrike">
                <a:solidFill>
                  <a:srgbClr val="000000">
                    <a:alpha val="80000"/>
                  </a:srgbClr>
                </a:solidFill>
                <a:latin typeface="SB AggroOTF Light"/>
              </a:rPr>
              <a:t>Focused on building a strong, ethical brand reputation while engaging with our target audience</a:t>
            </a:r>
          </a:p>
        </p:txBody>
      </p:sp>
      <p:pic>
        <p:nvPicPr>
          <p:cNvPr name="Picture 27" id="27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9321800" y="7010400"/>
            <a:ext cx="7721600" cy="2070100"/>
          </a:xfrm>
          <a:prstGeom prst="rect">
            <a:avLst/>
          </a:prstGeom>
        </p:spPr>
      </p:pic>
      <p:pic>
        <p:nvPicPr>
          <p:cNvPr name="Picture 28" id="28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030200" y="6908800"/>
            <a:ext cx="279400" cy="279400"/>
          </a:xfrm>
          <a:prstGeom prst="rect">
            <a:avLst/>
          </a:prstGeom>
        </p:spPr>
      </p:pic>
      <p:pic>
        <p:nvPicPr>
          <p:cNvPr name="Picture 29" id="29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9677400" y="7188200"/>
            <a:ext cx="1790700" cy="1790700"/>
          </a:xfrm>
          <a:prstGeom prst="rect">
            <a:avLst/>
          </a:prstGeom>
        </p:spPr>
      </p:pic>
      <p:pic>
        <p:nvPicPr>
          <p:cNvPr name="Picture 30" id="30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9715500" y="4889500"/>
            <a:ext cx="1739900" cy="1739900"/>
          </a:xfrm>
          <a:prstGeom prst="rect">
            <a:avLst/>
          </a:prstGeom>
        </p:spPr>
      </p:pic>
      <p:pic>
        <p:nvPicPr>
          <p:cNvPr name="Picture 31" id="31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1676400" y="7226300"/>
            <a:ext cx="1638300" cy="1638300"/>
          </a:xfrm>
          <a:prstGeom prst="rect">
            <a:avLst/>
          </a:prstGeom>
        </p:spPr>
      </p:pic>
      <p:sp>
        <p:nvSpPr>
          <p:cNvPr name="TextBox 32" id="32"/>
          <p:cNvSpPr txBox="true"/>
          <p:nvPr/>
        </p:nvSpPr>
        <p:spPr>
          <a:xfrm rot="0">
            <a:off x="11722100" y="7391400"/>
            <a:ext cx="18669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1259"/>
              </a:lnSpc>
            </a:pPr>
            <a:r>
              <a:rPr lang="en-US" sz="2500" b="false" i="false" u="none" strike="noStrike">
                <a:solidFill>
                  <a:srgbClr val="000000"/>
                </a:solidFill>
                <a:latin typeface="Anek Tamil Expanded ExtraBold"/>
              </a:rPr>
              <a:t>Price 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722100" y="7886700"/>
            <a:ext cx="5054600" cy="838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7820"/>
              </a:lnSpc>
            </a:pPr>
            <a:r>
              <a:rPr lang="en-US" sz="1500" b="false" i="false" u="none" strike="noStrike">
                <a:solidFill>
                  <a:srgbClr val="000000">
                    <a:alpha val="80000"/>
                  </a:srgbClr>
                </a:solidFill>
                <a:latin typeface="SB AggroOTF Light"/>
              </a:rPr>
              <a:t>Reflects the premium quality of our products/services while remaining accessible to mid-level professionals 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1193800" y="7200900"/>
            <a:ext cx="6172200" cy="6172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alphaModFix amt="63000"/>
          </a:blip>
          <a:stretch>
            <a:fillRect/>
          </a:stretch>
        </p:blipFill>
        <p:spPr>
          <a:xfrm rot="0">
            <a:off x="-381000" y="4724400"/>
            <a:ext cx="19050000" cy="254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038600" y="2882900"/>
            <a:ext cx="10223500" cy="3733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1259"/>
              </a:lnSpc>
            </a:pPr>
            <a:r>
              <a:rPr lang="en-US" sz="11200" b="false" i="false" u="none" strike="noStrike">
                <a:solidFill>
                  <a:srgbClr val="9EFF00"/>
                </a:solidFill>
                <a:latin typeface="Anek Tamil Expanded ExtraBold"/>
              </a:rPr>
              <a:t>THANK</a:t>
            </a:r>
          </a:p>
          <a:p>
            <a:pPr algn="ctr" lvl="0">
              <a:lnSpc>
                <a:spcPct val="101259"/>
              </a:lnSpc>
            </a:pPr>
            <a:r>
              <a:rPr lang="en-US" sz="11200" b="false" i="false" u="none" strike="noStrike">
                <a:solidFill>
                  <a:srgbClr val="9EFF00"/>
                </a:solidFill>
                <a:latin typeface="Anek Tamil Expanded ExtraBold"/>
              </a:rPr>
              <a:t>YOU 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>
            <a:alphaModFix amt="63000"/>
          </a:blip>
          <a:stretch>
            <a:fillRect/>
          </a:stretch>
        </p:blipFill>
        <p:spPr>
          <a:xfrm rot="0">
            <a:off x="-381000" y="6477000"/>
            <a:ext cx="190500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alphaModFix amt="63000"/>
          </a:blip>
          <a:stretch>
            <a:fillRect/>
          </a:stretch>
        </p:blipFill>
        <p:spPr>
          <a:xfrm rot="0">
            <a:off x="-381000" y="2959100"/>
            <a:ext cx="19050000" cy="25400"/>
          </a:xfrm>
          <a:prstGeom prst="rect">
            <a:avLst/>
          </a:prstGeom>
        </p:spPr>
      </p:pic>
      <p:grpSp>
        <p:nvGrpSpPr>
          <p:cNvPr name="Group 7" id="7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sp>
        <p:nvSpPr>
          <p:cNvPr name="TextBox 8" id="8"/>
          <p:cNvSpPr txBox="true"/>
          <p:nvPr/>
        </p:nvSpPr>
        <p:spPr>
          <a:xfrm rot="0">
            <a:off x="8102600" y="1930400"/>
            <a:ext cx="4089400" cy="546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100" b="false" i="false" u="none" strike="noStrike">
                <a:solidFill>
                  <a:srgbClr val="FFFFFF"/>
                </a:solidFill>
                <a:latin typeface="Anek Tamil Expanded Regular"/>
              </a:rPr>
              <a:t>MIRICOMPANY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7226300" y="2019300"/>
            <a:ext cx="774700" cy="355600"/>
          </a:xfrm>
          <a:prstGeom prst="rect">
            <a:avLst/>
          </a:prstGeom>
        </p:spPr>
      </p:pic>
      <p:grpSp>
        <p:nvGrpSpPr>
          <p:cNvPr name="Group 10" id="1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181600" y="5486400"/>
            <a:ext cx="304800" cy="304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562600" y="5486400"/>
            <a:ext cx="304800" cy="3048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956300" y="5486400"/>
            <a:ext cx="304800" cy="304800"/>
          </a:xfrm>
          <a:prstGeom prst="rect">
            <a:avLst/>
          </a:prstGeom>
        </p:spPr>
      </p:pic>
      <p:grpSp>
        <p:nvGrpSpPr>
          <p:cNvPr name="Group 14" id="14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5" id="1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877800" y="3733800"/>
            <a:ext cx="304800" cy="3048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258800" y="3733800"/>
            <a:ext cx="304800" cy="3048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639800" y="3733800"/>
            <a:ext cx="304800" cy="3048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903200" y="-3238500"/>
            <a:ext cx="6172200" cy="6172200"/>
          </a:xfrm>
          <a:prstGeom prst="rect">
            <a:avLst/>
          </a:prstGeom>
        </p:spPr>
      </p:pic>
      <p:pic>
        <p:nvPicPr>
          <p:cNvPr name="Picture 19" id="1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7010400" y="7200900"/>
            <a:ext cx="1511300" cy="419100"/>
          </a:xfrm>
          <a:prstGeom prst="rect">
            <a:avLst/>
          </a:prstGeom>
        </p:spPr>
      </p:pic>
      <p:sp>
        <p:nvSpPr>
          <p:cNvPr name="TextBox 20" id="20"/>
          <p:cNvSpPr txBox="true"/>
          <p:nvPr/>
        </p:nvSpPr>
        <p:spPr>
          <a:xfrm rot="0">
            <a:off x="8623300" y="7251700"/>
            <a:ext cx="21717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700" b="false" i="false" u="none" strike="noStrike">
                <a:solidFill>
                  <a:srgbClr val="FFFFFF"/>
                </a:solidFill>
                <a:latin typeface="Anek Tamil Expanded Regular"/>
              </a:rPr>
              <a:t>+123-456-7890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239000" y="7289800"/>
            <a:ext cx="1028700" cy="228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300" b="false" i="false" u="none" strike="noStrike" spc="-100">
                <a:solidFill>
                  <a:srgbClr val="000000"/>
                </a:solidFill>
                <a:latin typeface="Anek Tamil Expanded ExtraBold"/>
              </a:rPr>
              <a:t>PHONE</a:t>
            </a:r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7010400" y="8572500"/>
            <a:ext cx="1511300" cy="419100"/>
          </a:xfrm>
          <a:prstGeom prst="rect">
            <a:avLst/>
          </a:prstGeom>
        </p:spPr>
      </p:pic>
      <p:sp>
        <p:nvSpPr>
          <p:cNvPr name="TextBox 23" id="23"/>
          <p:cNvSpPr txBox="true"/>
          <p:nvPr/>
        </p:nvSpPr>
        <p:spPr>
          <a:xfrm rot="0">
            <a:off x="8623300" y="8623300"/>
            <a:ext cx="21717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700" b="false" i="false" u="none" strike="noStrike">
                <a:solidFill>
                  <a:srgbClr val="FFFFFF"/>
                </a:solidFill>
                <a:latin typeface="Anek Tamil Expanded Regular"/>
              </a:rPr>
              <a:t>yoursitehere.com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239000" y="8661400"/>
            <a:ext cx="1028700" cy="228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300" b="false" i="false" u="none" strike="noStrike" spc="-100">
                <a:solidFill>
                  <a:srgbClr val="000000"/>
                </a:solidFill>
                <a:latin typeface="Anek Tamil Expanded ExtraBold"/>
              </a:rPr>
              <a:t>WEBSITE</a:t>
            </a:r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7010400" y="7886700"/>
            <a:ext cx="1511300" cy="419100"/>
          </a:xfrm>
          <a:prstGeom prst="rect">
            <a:avLst/>
          </a:prstGeom>
        </p:spPr>
      </p:pic>
      <p:sp>
        <p:nvSpPr>
          <p:cNvPr name="TextBox 26" id="26"/>
          <p:cNvSpPr txBox="true"/>
          <p:nvPr/>
        </p:nvSpPr>
        <p:spPr>
          <a:xfrm rot="0">
            <a:off x="8623300" y="7937500"/>
            <a:ext cx="34798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1700" b="false" i="false" u="none" strike="noStrike">
                <a:solidFill>
                  <a:srgbClr val="FFFFFF"/>
                </a:solidFill>
                <a:latin typeface="Anek Tamil Expanded Regular"/>
              </a:rPr>
              <a:t>123 Anywhere St., Any City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239000" y="7975600"/>
            <a:ext cx="1028700" cy="228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300" b="false" i="false" u="none" strike="noStrike" spc="-100">
                <a:solidFill>
                  <a:srgbClr val="000000"/>
                </a:solidFill>
                <a:latin typeface="Anek Tamil Expanded ExtraBold"/>
              </a:rPr>
              <a:t>LOCATION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