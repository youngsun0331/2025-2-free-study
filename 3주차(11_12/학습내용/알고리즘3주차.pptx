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SB AggroOTF Medium" panose="020B0600000101010101" charset="-127"/>
      <p:regular r:id="rId24"/>
    </p:embeddedFont>
    <p:embeddedFont>
      <p:font typeface="Anek Tamil Expanded ExtraBold" panose="020B0600000101010101" charset="0"/>
      <p:bold r:id="rId25"/>
    </p:embeddedFont>
    <p:embeddedFont>
      <p:font typeface="Anek Tamil Expanded Regular" panose="020B0600000101010101" charset="0"/>
      <p:regular r:id="rId26"/>
    </p:embeddedFont>
    <p:embeddedFont>
      <p:font typeface="Anek Tamil Expanded SemiBold" panose="020B0600000101010101" charset="0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33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3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38.png"/><Relationship Id="rId5" Type="http://schemas.openxmlformats.org/officeDocument/2006/relationships/image" Target="../media/image16.png"/><Relationship Id="rId10" Type="http://schemas.openxmlformats.org/officeDocument/2006/relationships/image" Target="../media/image37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5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3000"/>
          </a:blip>
          <a:stretch>
            <a:fillRect/>
          </a:stretch>
        </p:blipFill>
        <p:spPr>
          <a:xfrm>
            <a:off x="-381000" y="3987800"/>
            <a:ext cx="19050000" cy="25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82700" y="2044700"/>
            <a:ext cx="10223500" cy="3949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en-US" sz="11200" b="0" i="0" u="none" strike="noStrike">
                <a:solidFill>
                  <a:srgbClr val="9EFF00"/>
                </a:solidFill>
                <a:latin typeface="Anek Tamil Expanded ExtraBold"/>
              </a:rPr>
              <a:t>C</a:t>
            </a:r>
            <a:r>
              <a:rPr lang="en-US" sz="11200" b="0" i="0" u="none" strike="noStrike">
                <a:solidFill>
                  <a:srgbClr val="FFFFFF"/>
                </a:solidFill>
                <a:latin typeface="Anek Tamil Expanded ExtraBold"/>
              </a:rPr>
              <a:t>AS</a:t>
            </a:r>
          </a:p>
          <a:p>
            <a:pPr lvl="0" algn="l">
              <a:lnSpc>
                <a:spcPct val="101259"/>
              </a:lnSpc>
            </a:pPr>
            <a:r>
              <a:rPr lang="en-US" sz="11200" b="0" i="0" u="none" strike="noStrike">
                <a:solidFill>
                  <a:srgbClr val="FFFFFF"/>
                </a:solidFill>
                <a:latin typeface="Anek Tamil Expanded ExtraBold"/>
              </a:rPr>
              <a:t>3</a:t>
            </a:r>
            <a:r>
              <a:rPr lang="ko-KR" sz="11200" b="0" i="0" u="none" strike="noStrike">
                <a:solidFill>
                  <a:srgbClr val="FFFFFF"/>
                </a:solidFill>
                <a:ea typeface="SB AggroOTF Medium"/>
              </a:rPr>
              <a:t>주차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100" y="-3517900"/>
            <a:ext cx="5562600" cy="5562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8300" y="7962900"/>
            <a:ext cx="5562600" cy="5562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alphaModFix amt="63000"/>
          </a:blip>
          <a:stretch>
            <a:fillRect/>
          </a:stretch>
        </p:blipFill>
        <p:spPr>
          <a:xfrm>
            <a:off x="-381000" y="5753100"/>
            <a:ext cx="190500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alphaModFix amt="63000"/>
          </a:blip>
          <a:stretch>
            <a:fillRect/>
          </a:stretch>
        </p:blipFill>
        <p:spPr>
          <a:xfrm>
            <a:off x="-381000" y="2235200"/>
            <a:ext cx="19050000" cy="254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9" name="TextBox 9"/>
          <p:cNvSpPr txBox="1"/>
          <p:nvPr/>
        </p:nvSpPr>
        <p:spPr>
          <a:xfrm>
            <a:off x="15748000" y="711200"/>
            <a:ext cx="24130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FFFFFF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0" y="762000"/>
            <a:ext cx="457200" cy="203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700" y="8991600"/>
            <a:ext cx="1384300" cy="381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768600" y="9042400"/>
            <a:ext cx="19939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Anek Tamil Expanded Regular"/>
              </a:rPr>
              <a:t>+123-456-7890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8600" y="9067800"/>
            <a:ext cx="9398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200" b="0" i="0" u="none" strike="noStrike" spc="-100">
                <a:solidFill>
                  <a:srgbClr val="000000"/>
                </a:solidFill>
                <a:latin typeface="Anek Tamil Expanded ExtraBold"/>
              </a:rPr>
              <a:t>PHONE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700" y="8991600"/>
            <a:ext cx="1384300" cy="381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184900" y="9042400"/>
            <a:ext cx="19939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Anek Tamil Expanded Regular"/>
              </a:rPr>
              <a:t>yoursitehere.com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27600" y="9067800"/>
            <a:ext cx="9398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200" b="0" i="0" u="none" strike="noStrike" spc="-100">
                <a:solidFill>
                  <a:srgbClr val="000000"/>
                </a:solidFill>
                <a:latin typeface="Anek Tamil Expanded ExtraBold"/>
              </a:rPr>
              <a:t>WEBSITE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8991600"/>
            <a:ext cx="1384300" cy="3810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838700"/>
            <a:ext cx="304800" cy="304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6200" y="4838700"/>
            <a:ext cx="304800" cy="304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200" y="4838700"/>
            <a:ext cx="304800" cy="304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7200" y="2184400"/>
            <a:ext cx="6451600" cy="6451600"/>
          </a:xfrm>
          <a:prstGeom prst="rect">
            <a:avLst/>
          </a:prstGeom>
        </p:spPr>
      </p:pic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52800" y="7200900"/>
            <a:ext cx="304800" cy="304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33800" y="7200900"/>
            <a:ext cx="304800" cy="304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14800" y="7200900"/>
            <a:ext cx="304800" cy="3048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1181100"/>
            <a:ext cx="1041400" cy="8763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9855200" y="9042400"/>
            <a:ext cx="31877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Anek Tamil Expanded Regular"/>
              </a:rPr>
              <a:t>123 Anywhere St., Any City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97900" y="9067800"/>
            <a:ext cx="9398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200" b="0" i="0" u="none" strike="noStrike" spc="-100">
                <a:solidFill>
                  <a:srgbClr val="000000"/>
                </a:solidFill>
                <a:latin typeface="Anek Tamil Expanded ExtraBold"/>
              </a:rPr>
              <a:t>LOCATION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58900" y="1981200"/>
            <a:ext cx="7569200" cy="198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en-US" sz="11100" b="0" i="0" u="none" strike="noStrike">
                <a:solidFill>
                  <a:srgbClr val="9EFF00"/>
                </a:solidFill>
                <a:latin typeface="Anek Tamil Expanded ExtraBold"/>
              </a:rPr>
              <a:t>Agenda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100" y="1778000"/>
            <a:ext cx="304800" cy="304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00" y="1778000"/>
            <a:ext cx="304800" cy="30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00" y="1778000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7264400"/>
            <a:ext cx="4953000" cy="4940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0" y="-1778000"/>
            <a:ext cx="4953000" cy="49403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>
            <a:off x="9258300" y="4419600"/>
            <a:ext cx="1701800" cy="1727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>
            <a:off x="11417300" y="4419600"/>
            <a:ext cx="1701800" cy="1727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>
            <a:off x="13589000" y="4419600"/>
            <a:ext cx="1701800" cy="1727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7848600" y="5283200"/>
            <a:ext cx="39497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FFFFFF"/>
                </a:solidFill>
                <a:ea typeface="Anek Tamil Expanded Regular"/>
              </a:rPr>
              <a:t>공지사항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88200" y="5270500"/>
            <a:ext cx="11430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Anek Tamil Expanded ExtraBold"/>
              </a:rPr>
              <a:t>01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alphaModFix amt="63000"/>
          </a:blip>
          <a:stretch>
            <a:fillRect/>
          </a:stretch>
        </p:blipFill>
        <p:spPr>
          <a:xfrm>
            <a:off x="7200900" y="5854700"/>
            <a:ext cx="4470400" cy="25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7848600" y="6261100"/>
            <a:ext cx="39497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FFFFFF"/>
                </a:solidFill>
                <a:ea typeface="Anek Tamil Expanded Regular"/>
              </a:rPr>
              <a:t>복습</a:t>
            </a:r>
            <a:r>
              <a:rPr lang="en-US" sz="2500" b="0" i="0" u="none" strike="noStrike">
                <a:solidFill>
                  <a:srgbClr val="FFFFFF"/>
                </a:solidFill>
                <a:latin typeface="Anek Tamil Expanded Regular"/>
              </a:rPr>
              <a:t> </a:t>
            </a:r>
            <a:r>
              <a:rPr lang="ko-KR" sz="2500" b="0" i="0" u="none" strike="noStrike">
                <a:solidFill>
                  <a:srgbClr val="FFFFFF"/>
                </a:solidFill>
                <a:ea typeface="Anek Tamil Expanded Regular"/>
              </a:rPr>
              <a:t>문제풀이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88200" y="6261100"/>
            <a:ext cx="11430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Anek Tamil Expanded ExtraBold"/>
              </a:rPr>
              <a:t>02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alphaModFix amt="63000"/>
          </a:blip>
          <a:stretch>
            <a:fillRect/>
          </a:stretch>
        </p:blipFill>
        <p:spPr>
          <a:xfrm>
            <a:off x="7200900" y="6832600"/>
            <a:ext cx="44704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7848600" y="7251700"/>
            <a:ext cx="39497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FFFFFF"/>
                </a:solidFill>
                <a:ea typeface="Anek Tamil Expanded Regular"/>
              </a:rPr>
              <a:t>깃허브</a:t>
            </a:r>
            <a:r>
              <a:rPr lang="en-US" sz="2500" b="0" i="0" u="none" strike="noStrike">
                <a:solidFill>
                  <a:srgbClr val="FFFFFF"/>
                </a:solidFill>
                <a:latin typeface="Anek Tamil Expanded Regular"/>
              </a:rPr>
              <a:t> </a:t>
            </a:r>
            <a:r>
              <a:rPr lang="ko-KR" sz="2500" b="0" i="0" u="none" strike="noStrike">
                <a:solidFill>
                  <a:srgbClr val="FFFFFF"/>
                </a:solidFill>
                <a:ea typeface="Anek Tamil Expanded Regular"/>
              </a:rPr>
              <a:t>기초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88200" y="7239000"/>
            <a:ext cx="571500" cy="45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Anek Tamil Expanded ExtraBold"/>
              </a:rPr>
              <a:t>03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>
            <a:alphaModFix amt="63000"/>
          </a:blip>
          <a:stretch>
            <a:fillRect/>
          </a:stretch>
        </p:blipFill>
        <p:spPr>
          <a:xfrm>
            <a:off x="7200900" y="7823200"/>
            <a:ext cx="4470400" cy="254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7848600" y="8242300"/>
            <a:ext cx="39497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500" b="0" i="0" u="none" strike="noStrike">
                <a:solidFill>
                  <a:srgbClr val="FFFFFF"/>
                </a:solidFill>
                <a:ea typeface="Anek Tamil Expanded Regular"/>
              </a:rPr>
              <a:t>이번주</a:t>
            </a:r>
            <a:r>
              <a:rPr lang="en-US" sz="2500" b="0" i="0" u="none" strike="noStrike">
                <a:solidFill>
                  <a:srgbClr val="FFFFFF"/>
                </a:solidFill>
                <a:latin typeface="Anek Tamil Expanded Regular"/>
              </a:rPr>
              <a:t> </a:t>
            </a:r>
            <a:r>
              <a:rPr lang="ko-KR" sz="2500" b="0" i="0" u="none" strike="noStrike">
                <a:solidFill>
                  <a:srgbClr val="FFFFFF"/>
                </a:solidFill>
                <a:ea typeface="Anek Tamil Expanded Regular"/>
              </a:rPr>
              <a:t>문제풀이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88200" y="8229600"/>
            <a:ext cx="11430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Anek Tamil Expanded ExtraBold"/>
              </a:rPr>
              <a:t>04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>
            <a:alphaModFix amt="63000"/>
          </a:blip>
          <a:stretch>
            <a:fillRect/>
          </a:stretch>
        </p:blipFill>
        <p:spPr>
          <a:xfrm>
            <a:off x="7200900" y="8813800"/>
            <a:ext cx="4470400" cy="25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2941300" y="5283200"/>
            <a:ext cx="39497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500" b="0" i="0" u="none" strike="noStrike">
                <a:solidFill>
                  <a:srgbClr val="FFFFFF"/>
                </a:solidFill>
                <a:latin typeface="Anek Tamil Expanded Regular"/>
              </a:rPr>
              <a:t>Budget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80900" y="5270500"/>
            <a:ext cx="11430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Anek Tamil Expanded ExtraBold"/>
              </a:rPr>
              <a:t>05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6">
            <a:alphaModFix amt="63000"/>
          </a:blip>
          <a:stretch>
            <a:fillRect/>
          </a:stretch>
        </p:blipFill>
        <p:spPr>
          <a:xfrm>
            <a:off x="12293600" y="5854700"/>
            <a:ext cx="4470400" cy="254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2941300" y="6273800"/>
            <a:ext cx="39497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500" b="0" i="0" u="none" strike="noStrike">
                <a:solidFill>
                  <a:srgbClr val="FFFFFF"/>
                </a:solidFill>
                <a:latin typeface="Anek Tamil Expanded Regular"/>
              </a:rPr>
              <a:t>Marketing Mix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80900" y="6261100"/>
            <a:ext cx="11430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Anek Tamil Expanded ExtraBold"/>
              </a:rPr>
              <a:t>06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6">
            <a:alphaModFix amt="63000"/>
          </a:blip>
          <a:stretch>
            <a:fillRect/>
          </a:stretch>
        </p:blipFill>
        <p:spPr>
          <a:xfrm>
            <a:off x="12293600" y="6832600"/>
            <a:ext cx="4470400" cy="254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2941300" y="7251700"/>
            <a:ext cx="39497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500" b="0" i="0" u="none" strike="noStrike">
                <a:solidFill>
                  <a:srgbClr val="FFFFFF"/>
                </a:solidFill>
                <a:latin typeface="Anek Tamil Expanded Regular"/>
              </a:rPr>
              <a:t>Marketing Channels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80900" y="7239000"/>
            <a:ext cx="11430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Anek Tamil Expanded ExtraBold"/>
              </a:rPr>
              <a:t>07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6">
            <a:alphaModFix amt="63000"/>
          </a:blip>
          <a:stretch>
            <a:fillRect/>
          </a:stretch>
        </p:blipFill>
        <p:spPr>
          <a:xfrm>
            <a:off x="12293600" y="7823200"/>
            <a:ext cx="4470400" cy="254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2941300" y="8242300"/>
            <a:ext cx="39497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500" b="0" i="0" u="none" strike="noStrike">
                <a:solidFill>
                  <a:srgbClr val="FFFFFF"/>
                </a:solidFill>
                <a:latin typeface="Anek Tamil Expanded Regular"/>
              </a:rPr>
              <a:t>KPI Overview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280900" y="8229600"/>
            <a:ext cx="11430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600" b="0" i="0" u="none" strike="noStrike">
                <a:solidFill>
                  <a:srgbClr val="FFFFFF"/>
                </a:solidFill>
                <a:latin typeface="Anek Tamil Expanded ExtraBold"/>
              </a:rPr>
              <a:t>08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6">
            <a:alphaModFix amt="63000"/>
          </a:blip>
          <a:stretch>
            <a:fillRect/>
          </a:stretch>
        </p:blipFill>
        <p:spPr>
          <a:xfrm>
            <a:off x="12293600" y="8813800"/>
            <a:ext cx="44704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3594100"/>
            <a:ext cx="9118600" cy="557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1000"/>
          </a:blip>
          <a:stretch>
            <a:fillRect/>
          </a:stretch>
        </p:blipFill>
        <p:spPr>
          <a:xfrm>
            <a:off x="50800" y="-368300"/>
            <a:ext cx="18364200" cy="2971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159000" y="1295400"/>
            <a:ext cx="3911600" cy="168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ko-KR" sz="9500" b="0" i="0" u="none" strike="noStrike" spc="-300" dirty="0">
                <a:solidFill>
                  <a:srgbClr val="000000"/>
                </a:solidFill>
                <a:ea typeface="SB AggroOTF Medium"/>
              </a:rPr>
              <a:t>벌금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803400"/>
            <a:ext cx="800100" cy="8128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82700" y="2044700"/>
            <a:ext cx="5334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1259"/>
              </a:lnSpc>
            </a:pPr>
            <a:r>
              <a:rPr lang="en-US" sz="1900" b="0" i="0" u="none" strike="noStrike">
                <a:solidFill>
                  <a:srgbClr val="000000"/>
                </a:solidFill>
                <a:latin typeface="Anek Tamil Expanded ExtraBold"/>
              </a:rPr>
              <a:t>05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3098800"/>
            <a:ext cx="157734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92500" y="2044700"/>
            <a:ext cx="838200" cy="698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55300" y="3594100"/>
            <a:ext cx="6375400" cy="55753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16800" y="1993900"/>
            <a:ext cx="82296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600" b="0" i="0" u="none" strike="noStrike">
                <a:solidFill>
                  <a:srgbClr val="000000">
                    <a:alpha val="67059"/>
                  </a:srgbClr>
                </a:solidFill>
                <a:latin typeface="SB AggroOTF Light"/>
              </a:rPr>
              <a:t>Please add a short description about the topic. </a:t>
            </a:r>
          </a:p>
          <a:p>
            <a:pPr lvl="0" algn="l">
              <a:lnSpc>
                <a:spcPct val="132800"/>
              </a:lnSpc>
            </a:pPr>
            <a:r>
              <a:rPr lang="en-US" sz="1600" b="0" i="0" u="none" strike="noStrike">
                <a:solidFill>
                  <a:srgbClr val="000000">
                    <a:alpha val="67059"/>
                  </a:srgbClr>
                </a:solidFill>
                <a:latin typeface="SB AggroOTF Light"/>
              </a:rPr>
              <a:t>Explain the relevant details that is related to the relevant information. 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0000" y="4368800"/>
            <a:ext cx="279400" cy="279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1887200" y="4279900"/>
            <a:ext cx="18669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en-US" sz="2500" b="0" i="0" u="none" strike="noStrike">
                <a:solidFill>
                  <a:srgbClr val="000000"/>
                </a:solidFill>
                <a:latin typeface="Anek Tamil Expanded ExtraBold"/>
              </a:rPr>
              <a:t>Item 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30000" y="4838700"/>
            <a:ext cx="51435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SB AggroOTF Light"/>
              </a:rPr>
              <a:t>Phasellus porta erat non odio semper dictum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0000" y="5511800"/>
            <a:ext cx="279400" cy="2794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1887200" y="5435600"/>
            <a:ext cx="18669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en-US" sz="2500" b="0" i="0" u="none" strike="noStrike">
                <a:solidFill>
                  <a:srgbClr val="000000"/>
                </a:solidFill>
                <a:latin typeface="Anek Tamil Expanded ExtraBold"/>
              </a:rPr>
              <a:t>Item 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30000" y="5981700"/>
            <a:ext cx="51435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SB AggroOTF Light"/>
              </a:rPr>
              <a:t>Nunc non orci ac leo placerat tincidunt lorem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0000" y="6667500"/>
            <a:ext cx="279400" cy="2794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1887200" y="6578600"/>
            <a:ext cx="18669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en-US" sz="2500" b="0" i="0" u="none" strike="noStrike">
                <a:solidFill>
                  <a:srgbClr val="000000"/>
                </a:solidFill>
                <a:latin typeface="Anek Tamil Expanded ExtraBold"/>
              </a:rPr>
              <a:t>Item 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30000" y="7137400"/>
            <a:ext cx="51435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SB AggroOTF Light"/>
              </a:rPr>
              <a:t>Quisque eu lorem tempus, sollicitudin turpis 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0000" y="7810500"/>
            <a:ext cx="279400" cy="2794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1887200" y="7734300"/>
            <a:ext cx="18669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latin typeface="Anek Tamil Expanded ExtraBold"/>
              </a:rPr>
              <a:t>Item 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30000" y="8280400"/>
            <a:ext cx="51435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SB AggroOTF Light"/>
              </a:rPr>
              <a:t>Maecenas auctor mauris eget suscipit mollis</a:t>
            </a:r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05F30536-F910-F60F-AED4-E49C01E347EE}"/>
              </a:ext>
            </a:extLst>
          </p:cNvPr>
          <p:cNvSpPr txBox="1"/>
          <p:nvPr/>
        </p:nvSpPr>
        <p:spPr>
          <a:xfrm>
            <a:off x="1549400" y="5270500"/>
            <a:ext cx="9126105" cy="168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ko-KR" altLang="en-US" sz="9500" spc="-300" dirty="0">
                <a:solidFill>
                  <a:srgbClr val="000000"/>
                </a:solidFill>
                <a:ea typeface="SB AggroOTF Medium"/>
              </a:rPr>
              <a:t>모두가 숙제 완료</a:t>
            </a:r>
            <a:r>
              <a:rPr lang="en-US" altLang="ko-KR" sz="9500" spc="-300" dirty="0">
                <a:solidFill>
                  <a:srgbClr val="000000"/>
                </a:solidFill>
                <a:ea typeface="SB AggroOTF Medium"/>
              </a:rPr>
              <a:t>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-76200" y="-190500"/>
            <a:ext cx="18364200" cy="2971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85800" y="3124200"/>
            <a:ext cx="12026900" cy="398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복습문제</a:t>
            </a:r>
          </a:p>
          <a:p>
            <a:pPr lvl="0" algn="l">
              <a:lnSpc>
                <a:spcPct val="101259"/>
              </a:lnSpc>
            </a:pPr>
            <a:endParaRPr lang="ko-KR" sz="5000" b="0" i="0" u="none" strike="noStrike">
              <a:solidFill>
                <a:srgbClr val="000000"/>
              </a:solidFill>
              <a:ea typeface="SB AggroOTF Medium"/>
            </a:endParaRPr>
          </a:p>
          <a:p>
            <a:pPr lvl="0" algn="l">
              <a:lnSpc>
                <a:spcPct val="101259"/>
              </a:lnSpc>
            </a:pPr>
            <a:r>
              <a:rPr lang="en-US" sz="5000" b="0" i="0" u="none" strike="noStrike">
                <a:solidFill>
                  <a:srgbClr val="000000"/>
                </a:solidFill>
                <a:latin typeface="SB AggroOTF Medium"/>
              </a:rPr>
              <a:t>double </a:t>
            </a: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자료형</a:t>
            </a:r>
            <a:r>
              <a:rPr lang="en-US" sz="5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사용해서</a:t>
            </a:r>
          </a:p>
          <a:p>
            <a:pPr lvl="0" algn="l">
              <a:lnSpc>
                <a:spcPct val="101259"/>
              </a:lnSpc>
            </a:pP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평균구하기</a:t>
            </a:r>
            <a:r>
              <a:rPr lang="en-US" sz="5000" b="0" i="0" u="none" strike="noStrike">
                <a:solidFill>
                  <a:srgbClr val="000000"/>
                </a:solidFill>
                <a:latin typeface="SB AggroOTF Medium"/>
              </a:rPr>
              <a:t>(</a:t>
            </a: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백준</a:t>
            </a:r>
            <a:r>
              <a:rPr lang="en-US" sz="5000" b="0" i="0" u="none" strike="noStrike">
                <a:solidFill>
                  <a:srgbClr val="000000"/>
                </a:solidFill>
                <a:latin typeface="SB AggroOTF Medium"/>
              </a:rPr>
              <a:t> 1546)</a:t>
            </a:r>
          </a:p>
          <a:p>
            <a:pPr lvl="0" algn="l">
              <a:lnSpc>
                <a:spcPct val="101259"/>
              </a:lnSpc>
            </a:pPr>
            <a:endParaRPr lang="en-US" sz="5000" b="0" i="0" u="none" strike="noStrike">
              <a:solidFill>
                <a:srgbClr val="000000"/>
              </a:solidFill>
              <a:latin typeface="SB AggroOTF Medium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5" name="TextBox 5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-76200" y="-190500"/>
            <a:ext cx="18364200" cy="29718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" name="TextBox 4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9500" y="749300"/>
            <a:ext cx="14084300" cy="89789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-76200" y="-190500"/>
            <a:ext cx="18364200" cy="2971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85800" y="4292600"/>
            <a:ext cx="12026900" cy="166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복습문제</a:t>
            </a:r>
          </a:p>
          <a:p>
            <a:pPr lvl="0" algn="l">
              <a:lnSpc>
                <a:spcPct val="101259"/>
              </a:lnSpc>
            </a:pP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정렬하기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5" name="TextBox 5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-76200" y="-190500"/>
            <a:ext cx="18364200" cy="2971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85800" y="2349500"/>
            <a:ext cx="12026900" cy="5537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복습문제</a:t>
            </a:r>
          </a:p>
          <a:p>
            <a:pPr lvl="0" algn="l">
              <a:lnSpc>
                <a:spcPct val="101259"/>
              </a:lnSpc>
            </a:pP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정렬하기</a:t>
            </a:r>
          </a:p>
          <a:p>
            <a:pPr lvl="0" algn="l">
              <a:lnSpc>
                <a:spcPct val="101259"/>
              </a:lnSpc>
            </a:pPr>
            <a:endParaRPr lang="ko-KR" sz="5000" b="0" i="0" u="none" strike="noStrike">
              <a:solidFill>
                <a:srgbClr val="000000"/>
              </a:solidFill>
              <a:ea typeface="SB AggroOTF Medium"/>
            </a:endParaRPr>
          </a:p>
          <a:p>
            <a:pPr lvl="0" algn="l">
              <a:lnSpc>
                <a:spcPct val="101259"/>
              </a:lnSpc>
            </a:pPr>
            <a:endParaRPr lang="ko-KR" sz="5000" b="0" i="0" u="none" strike="noStrike">
              <a:solidFill>
                <a:srgbClr val="000000"/>
              </a:solidFill>
              <a:ea typeface="SB AggroOTF Medium"/>
            </a:endParaRPr>
          </a:p>
          <a:p>
            <a:pPr lvl="0" algn="l">
              <a:lnSpc>
                <a:spcPct val="101259"/>
              </a:lnSpc>
            </a:pPr>
            <a:endParaRPr lang="ko-KR" sz="5000" b="0" i="0" u="none" strike="noStrike">
              <a:solidFill>
                <a:srgbClr val="000000"/>
              </a:solidFill>
              <a:ea typeface="SB AggroOTF Medium"/>
            </a:endParaRPr>
          </a:p>
          <a:p>
            <a:pPr lvl="0" algn="l">
              <a:lnSpc>
                <a:spcPct val="101259"/>
              </a:lnSpc>
            </a:pPr>
            <a:r>
              <a:rPr lang="en-US" sz="5000" b="0" i="0" u="none" strike="noStrike">
                <a:solidFill>
                  <a:srgbClr val="000000"/>
                </a:solidFill>
                <a:latin typeface="SB AggroOTF Medium"/>
              </a:rPr>
              <a:t>Arrays.sort(str)</a:t>
            </a:r>
          </a:p>
          <a:p>
            <a:pPr lvl="0" algn="l">
              <a:lnSpc>
                <a:spcPct val="101259"/>
              </a:lnSpc>
            </a:pPr>
            <a:endParaRPr lang="en-US" sz="5000" b="0" i="0" u="none" strike="noStrike">
              <a:solidFill>
                <a:srgbClr val="000000"/>
              </a:solidFill>
              <a:latin typeface="SB AggroOTF Medium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5" name="TextBox 5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100" y="1968500"/>
            <a:ext cx="10960100" cy="3670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-76200" y="-190500"/>
            <a:ext cx="18364200" cy="29718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" name="TextBox 4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3700" y="4419600"/>
            <a:ext cx="1854200" cy="3797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5000" y="1714500"/>
            <a:ext cx="12103100" cy="293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지난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시간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배운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내용</a:t>
            </a:r>
          </a:p>
          <a:p>
            <a:pPr lvl="0" algn="l">
              <a:lnSpc>
                <a:spcPct val="101259"/>
              </a:lnSpc>
            </a:pPr>
            <a:r>
              <a:rPr lang="en-US" sz="5000" b="0" i="0" u="none" strike="noStrike">
                <a:solidFill>
                  <a:srgbClr val="000000"/>
                </a:solidFill>
                <a:latin typeface="SB AggroOTF Medium"/>
              </a:rPr>
              <a:t>String [] = </a:t>
            </a: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배열</a:t>
            </a:r>
          </a:p>
          <a:p>
            <a:pPr lvl="0" algn="l">
              <a:lnSpc>
                <a:spcPct val="101259"/>
              </a:lnSpc>
            </a:pPr>
            <a:endParaRPr lang="ko-KR" sz="5000" b="0" i="0" u="none" strike="noStrike">
              <a:solidFill>
                <a:srgbClr val="000000"/>
              </a:solidFill>
              <a:ea typeface="SB AggroOTF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-76200" y="-190500"/>
            <a:ext cx="18364200" cy="29718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" name="TextBox 4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3700" y="4419600"/>
            <a:ext cx="6172200" cy="3835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5000" y="1714500"/>
            <a:ext cx="12103100" cy="293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이번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시간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배울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내용</a:t>
            </a:r>
          </a:p>
          <a:p>
            <a:pPr lvl="0" algn="l">
              <a:lnSpc>
                <a:spcPct val="101259"/>
              </a:lnSpc>
            </a:pPr>
            <a:r>
              <a:rPr lang="en-US" sz="5000" b="0" i="0" u="none" strike="noStrike">
                <a:solidFill>
                  <a:srgbClr val="000000"/>
                </a:solidFill>
                <a:latin typeface="SB AggroOTF Medium"/>
              </a:rPr>
              <a:t>ArrayList&lt;int&gt; number </a:t>
            </a:r>
          </a:p>
          <a:p>
            <a:pPr lvl="0" algn="l">
              <a:lnSpc>
                <a:spcPct val="101259"/>
              </a:lnSpc>
            </a:pPr>
            <a:endParaRPr lang="en-US" sz="5000" b="0" i="0" u="none" strike="noStrike">
              <a:solidFill>
                <a:srgbClr val="000000"/>
              </a:solidFill>
              <a:latin typeface="SB AggroOTF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-76200" y="-190500"/>
            <a:ext cx="18364200" cy="29718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" name="TextBox 4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8100" y="2476500"/>
            <a:ext cx="12103100" cy="525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이번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시간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배울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내용</a:t>
            </a:r>
          </a:p>
          <a:p>
            <a:pPr lvl="0" algn="l">
              <a:lnSpc>
                <a:spcPct val="101259"/>
              </a:lnSpc>
            </a:pPr>
            <a:endParaRPr lang="ko-KR" sz="8000" b="0" i="0" u="none" strike="noStrike">
              <a:solidFill>
                <a:srgbClr val="000000"/>
              </a:solidFill>
              <a:ea typeface="SB AggroOTF Medium"/>
            </a:endParaRPr>
          </a:p>
          <a:p>
            <a:pPr lvl="0" algn="l">
              <a:lnSpc>
                <a:spcPct val="101259"/>
              </a:lnSpc>
            </a:pP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리스트</a:t>
            </a:r>
            <a:r>
              <a:rPr lang="en-US" sz="5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생성</a:t>
            </a:r>
          </a:p>
          <a:p>
            <a:pPr lvl="0" algn="l">
              <a:lnSpc>
                <a:spcPct val="101259"/>
              </a:lnSpc>
            </a:pP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리스트</a:t>
            </a:r>
            <a:r>
              <a:rPr lang="en-US" sz="5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원소</a:t>
            </a:r>
            <a:r>
              <a:rPr lang="en-US" sz="5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추가</a:t>
            </a:r>
          </a:p>
          <a:p>
            <a:pPr lvl="0" algn="l">
              <a:lnSpc>
                <a:spcPct val="101259"/>
              </a:lnSpc>
            </a:pP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리스트</a:t>
            </a:r>
            <a:r>
              <a:rPr lang="en-US" sz="5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원소</a:t>
            </a:r>
            <a:r>
              <a:rPr lang="en-US" sz="5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찾기</a:t>
            </a:r>
          </a:p>
          <a:p>
            <a:pPr lvl="0" algn="l">
              <a:lnSpc>
                <a:spcPct val="101259"/>
              </a:lnSpc>
            </a:pP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리스트</a:t>
            </a:r>
            <a:r>
              <a:rPr lang="en-US" sz="5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원소</a:t>
            </a:r>
            <a:r>
              <a:rPr lang="en-US" sz="5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삭제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-76200" y="-190500"/>
            <a:ext cx="18364200" cy="29718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" name="TextBox 4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4127500"/>
            <a:ext cx="16433800" cy="2997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300" y="6426200"/>
            <a:ext cx="16979900" cy="27305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4500" y="1587500"/>
            <a:ext cx="12103100" cy="215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이번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시간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배울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내용</a:t>
            </a:r>
          </a:p>
          <a:p>
            <a:pPr lvl="0" algn="l">
              <a:lnSpc>
                <a:spcPct val="101259"/>
              </a:lnSpc>
            </a:pP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리스트</a:t>
            </a:r>
            <a:r>
              <a:rPr lang="en-US" sz="5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생성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-76200" y="-190500"/>
            <a:ext cx="18364200" cy="29718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" name="TextBox 4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3454400"/>
            <a:ext cx="16167100" cy="6375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5600" y="1117600"/>
            <a:ext cx="12103100" cy="308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이번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시간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배울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내용</a:t>
            </a:r>
          </a:p>
          <a:p>
            <a:pPr lvl="0" algn="l">
              <a:lnSpc>
                <a:spcPct val="101259"/>
              </a:lnSpc>
            </a:pPr>
            <a:r>
              <a:rPr lang="ko-KR" sz="6000" b="0" i="0" u="none" strike="noStrike">
                <a:solidFill>
                  <a:srgbClr val="000000"/>
                </a:solidFill>
                <a:ea typeface="SB AggroOTF Medium"/>
              </a:rPr>
              <a:t>리스트</a:t>
            </a:r>
            <a:r>
              <a:rPr lang="en-US" sz="6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6000" b="0" i="0" u="none" strike="noStrike">
                <a:solidFill>
                  <a:srgbClr val="000000"/>
                </a:solidFill>
                <a:ea typeface="SB AggroOTF Medium"/>
              </a:rPr>
              <a:t>원소</a:t>
            </a:r>
            <a:r>
              <a:rPr lang="en-US" sz="6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6000" b="0" i="0" u="none" strike="noStrike">
                <a:solidFill>
                  <a:srgbClr val="000000"/>
                </a:solidFill>
                <a:ea typeface="SB AggroOTF Medium"/>
              </a:rPr>
              <a:t>추가</a:t>
            </a:r>
            <a:r>
              <a:rPr lang="en-US" sz="6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6000" b="0" i="0" u="none" strike="noStrike">
                <a:solidFill>
                  <a:srgbClr val="000000"/>
                </a:solidFill>
                <a:ea typeface="SB AggroOTF Medium"/>
              </a:rPr>
              <a:t>및</a:t>
            </a:r>
            <a:r>
              <a:rPr lang="en-US" sz="6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6000" b="0" i="0" u="none" strike="noStrike">
                <a:solidFill>
                  <a:srgbClr val="000000"/>
                </a:solidFill>
                <a:ea typeface="SB AggroOTF Medium"/>
              </a:rPr>
              <a:t>원소</a:t>
            </a:r>
            <a:r>
              <a:rPr lang="en-US" sz="6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6000" b="0" i="0" u="none" strike="noStrike">
                <a:solidFill>
                  <a:srgbClr val="000000"/>
                </a:solidFill>
                <a:ea typeface="SB AggroOTF Medium"/>
              </a:rPr>
              <a:t>찾기</a:t>
            </a:r>
          </a:p>
          <a:p>
            <a:pPr lvl="0" algn="l">
              <a:lnSpc>
                <a:spcPct val="101259"/>
              </a:lnSpc>
            </a:pPr>
            <a:endParaRPr lang="ko-KR" sz="6000" b="0" i="0" u="none" strike="noStrike">
              <a:solidFill>
                <a:srgbClr val="000000"/>
              </a:solidFill>
              <a:ea typeface="SB AggroOTF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-76200" y="-190500"/>
            <a:ext cx="18364200" cy="29718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" name="TextBox 4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500" y="6527800"/>
            <a:ext cx="11188700" cy="3632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500" y="2400300"/>
            <a:ext cx="11899900" cy="4343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6500" y="292100"/>
            <a:ext cx="12103100" cy="308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이번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시간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배울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내용</a:t>
            </a:r>
          </a:p>
          <a:p>
            <a:pPr lvl="0" algn="l">
              <a:lnSpc>
                <a:spcPct val="101259"/>
              </a:lnSpc>
            </a:pPr>
            <a:r>
              <a:rPr lang="ko-KR" sz="6000" b="0" i="0" u="none" strike="noStrike">
                <a:solidFill>
                  <a:srgbClr val="000000"/>
                </a:solidFill>
                <a:ea typeface="SB AggroOTF Medium"/>
              </a:rPr>
              <a:t>리스트</a:t>
            </a:r>
            <a:r>
              <a:rPr lang="en-US" sz="6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6000" b="0" i="0" u="none" strike="noStrike">
                <a:solidFill>
                  <a:srgbClr val="000000"/>
                </a:solidFill>
                <a:ea typeface="SB AggroOTF Medium"/>
              </a:rPr>
              <a:t>원소</a:t>
            </a:r>
            <a:r>
              <a:rPr lang="en-US" sz="6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6000" b="0" i="0" u="none" strike="noStrike">
                <a:solidFill>
                  <a:srgbClr val="000000"/>
                </a:solidFill>
                <a:ea typeface="SB AggroOTF Medium"/>
              </a:rPr>
              <a:t>추가</a:t>
            </a:r>
            <a:r>
              <a:rPr lang="en-US" sz="6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6000" b="0" i="0" u="none" strike="noStrike">
                <a:solidFill>
                  <a:srgbClr val="000000"/>
                </a:solidFill>
                <a:ea typeface="SB AggroOTF Medium"/>
              </a:rPr>
              <a:t>및</a:t>
            </a:r>
            <a:r>
              <a:rPr lang="en-US" sz="6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6000" b="0" i="0" u="none" strike="noStrike">
                <a:solidFill>
                  <a:srgbClr val="000000"/>
                </a:solidFill>
                <a:ea typeface="SB AggroOTF Medium"/>
              </a:rPr>
              <a:t>원소</a:t>
            </a:r>
            <a:r>
              <a:rPr lang="en-US" sz="6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6000" b="0" i="0" u="none" strike="noStrike">
                <a:solidFill>
                  <a:srgbClr val="000000"/>
                </a:solidFill>
                <a:ea typeface="SB AggroOTF Medium"/>
              </a:rPr>
              <a:t>찾기</a:t>
            </a:r>
          </a:p>
          <a:p>
            <a:pPr lvl="0" algn="l">
              <a:lnSpc>
                <a:spcPct val="101259"/>
              </a:lnSpc>
            </a:pPr>
            <a:endParaRPr lang="ko-KR" sz="6000" b="0" i="0" u="none" strike="noStrike">
              <a:solidFill>
                <a:srgbClr val="000000"/>
              </a:solidFill>
              <a:ea typeface="SB AggroOTF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-76200" y="-190500"/>
            <a:ext cx="18364200" cy="29718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" name="TextBox 4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5600" y="1282700"/>
            <a:ext cx="12103100" cy="293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연습문제</a:t>
            </a:r>
          </a:p>
          <a:p>
            <a:pPr lvl="0" algn="l">
              <a:lnSpc>
                <a:spcPct val="101259"/>
              </a:lnSpc>
            </a:pPr>
            <a:endParaRPr lang="ko-KR" sz="8000" b="0" i="0" u="none" strike="noStrike">
              <a:solidFill>
                <a:srgbClr val="000000"/>
              </a:solidFill>
              <a:ea typeface="SB AggroOTF Medium"/>
            </a:endParaRPr>
          </a:p>
          <a:p>
            <a:pPr lvl="0" algn="l">
              <a:lnSpc>
                <a:spcPct val="101259"/>
              </a:lnSpc>
            </a:pP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백준</a:t>
            </a:r>
            <a:r>
              <a:rPr lang="en-US" sz="5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나머지</a:t>
            </a:r>
            <a:r>
              <a:rPr lang="en-US" sz="5000" b="0" i="0" u="none" strike="noStrike">
                <a:solidFill>
                  <a:srgbClr val="000000"/>
                </a:solidFill>
                <a:latin typeface="SB AggroOTF Medium"/>
              </a:rPr>
              <a:t> 3052</a:t>
            </a:r>
            <a:r>
              <a:rPr lang="ko-KR" sz="5000" b="0" i="0" u="none" strike="noStrike">
                <a:solidFill>
                  <a:srgbClr val="000000"/>
                </a:solidFill>
                <a:ea typeface="SB AggroOTF Medium"/>
              </a:rPr>
              <a:t>문제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-76200" y="-190500"/>
            <a:ext cx="18364200" cy="29718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" name="TextBox 4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6200" y="1981200"/>
            <a:ext cx="9525000" cy="7912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092200"/>
            <a:ext cx="7391400" cy="8115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5000" y="558800"/>
            <a:ext cx="121031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스택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개념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-76200" y="-190500"/>
            <a:ext cx="18364200" cy="29718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" name="TextBox 4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43100" y="3771900"/>
            <a:ext cx="12103100" cy="3898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스택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연습문제</a:t>
            </a:r>
          </a:p>
          <a:p>
            <a:pPr lvl="0" algn="l">
              <a:lnSpc>
                <a:spcPct val="101259"/>
              </a:lnSpc>
            </a:pPr>
            <a:endParaRPr lang="ko-KR" sz="8000" b="0" i="0" u="none" strike="noStrike">
              <a:solidFill>
                <a:srgbClr val="000000"/>
              </a:solidFill>
              <a:ea typeface="SB AggroOTF Medium"/>
            </a:endParaRPr>
          </a:p>
          <a:p>
            <a:pPr lvl="0" algn="l">
              <a:lnSpc>
                <a:spcPct val="101259"/>
              </a:lnSpc>
            </a:pP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백준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10829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이진수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변환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-76200" y="-190500"/>
            <a:ext cx="18364200" cy="29718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" name="TextBox 4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95700" y="2717800"/>
            <a:ext cx="12103100" cy="2654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자바에서는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Stack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보단</a:t>
            </a:r>
          </a:p>
          <a:p>
            <a:pPr lvl="0" algn="l">
              <a:lnSpc>
                <a:spcPct val="101259"/>
              </a:lnSpc>
            </a:pP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Deque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를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주로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-76200" y="-190500"/>
            <a:ext cx="18364200" cy="29718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" name="TextBox 4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00" y="1574800"/>
            <a:ext cx="10007600" cy="7124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5600" y="2044700"/>
            <a:ext cx="121031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큐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개념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-76200" y="-190500"/>
            <a:ext cx="18364200" cy="29718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" name="TextBox 4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00" y="2362200"/>
            <a:ext cx="14300200" cy="3530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300" y="4953000"/>
            <a:ext cx="12547600" cy="295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800" y="7162800"/>
            <a:ext cx="15049500" cy="2501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6800" y="977900"/>
            <a:ext cx="121031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큐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개념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-76200" y="-190500"/>
            <a:ext cx="18364200" cy="29718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4" name="TextBox 4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2200" y="3162300"/>
            <a:ext cx="12103100" cy="3898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큐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연습문제</a:t>
            </a:r>
          </a:p>
          <a:p>
            <a:pPr lvl="0" algn="l">
              <a:lnSpc>
                <a:spcPct val="101259"/>
              </a:lnSpc>
            </a:pPr>
            <a:endParaRPr lang="ko-KR" sz="8000" b="0" i="0" u="none" strike="noStrike">
              <a:solidFill>
                <a:srgbClr val="000000"/>
              </a:solidFill>
              <a:ea typeface="SB AggroOTF Medium"/>
            </a:endParaRPr>
          </a:p>
          <a:p>
            <a:pPr lvl="0" algn="l">
              <a:lnSpc>
                <a:spcPct val="101259"/>
              </a:lnSpc>
            </a:pP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프린터큐</a:t>
            </a:r>
            <a:r>
              <a:rPr lang="en-US" sz="8000" b="0" i="0" u="none" strike="noStrike">
                <a:solidFill>
                  <a:srgbClr val="000000"/>
                </a:solidFill>
                <a:latin typeface="SB AggroOTF Medium"/>
              </a:rPr>
              <a:t> - 1966</a:t>
            </a:r>
            <a:r>
              <a:rPr lang="ko-KR" sz="8000" b="0" i="0" u="none" strike="noStrike">
                <a:solidFill>
                  <a:srgbClr val="000000"/>
                </a:solidFill>
                <a:ea typeface="SB AggroOTF Medium"/>
              </a:rPr>
              <a:t>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1000"/>
          </a:blip>
          <a:stretch>
            <a:fillRect/>
          </a:stretch>
        </p:blipFill>
        <p:spPr>
          <a:xfrm>
            <a:off x="-76200" y="-190500"/>
            <a:ext cx="18364200" cy="2971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159000" y="1409700"/>
            <a:ext cx="16141700" cy="170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en-US" sz="9500" b="0" i="0" u="none" strike="noStrike" spc="-300">
                <a:solidFill>
                  <a:srgbClr val="000000"/>
                </a:solidFill>
                <a:latin typeface="Anek Tamil Expanded ExtraBold"/>
              </a:rPr>
              <a:t>Marketing Mix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803400"/>
            <a:ext cx="800100" cy="812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231900" y="3352800"/>
            <a:ext cx="84074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600" b="0" i="0" u="none" strike="noStrike">
                <a:solidFill>
                  <a:srgbClr val="000000">
                    <a:alpha val="67059"/>
                  </a:srgbClr>
                </a:solidFill>
                <a:latin typeface="SB AggroOTF Light"/>
              </a:rPr>
              <a:t>Please add a short description about the topic. </a:t>
            </a:r>
          </a:p>
          <a:p>
            <a:pPr lvl="0" algn="l">
              <a:lnSpc>
                <a:spcPct val="132800"/>
              </a:lnSpc>
            </a:pPr>
            <a:r>
              <a:rPr lang="en-US" sz="1600" b="0" i="0" u="none" strike="noStrike">
                <a:solidFill>
                  <a:srgbClr val="000000">
                    <a:alpha val="67059"/>
                  </a:srgbClr>
                </a:solidFill>
                <a:latin typeface="SB AggroOTF Light"/>
              </a:rPr>
              <a:t>Explain the relevant details that is related to the relevant information. 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7" name="TextBox 7"/>
          <p:cNvSpPr txBox="1"/>
          <p:nvPr/>
        </p:nvSpPr>
        <p:spPr>
          <a:xfrm>
            <a:off x="16040100" y="635000"/>
            <a:ext cx="20193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000000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5600" y="673100"/>
            <a:ext cx="381000" cy="177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82700" y="2044700"/>
            <a:ext cx="5334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1259"/>
              </a:lnSpc>
            </a:pPr>
            <a:r>
              <a:rPr lang="en-US" sz="1900" b="0" i="0" u="none" strike="noStrike">
                <a:solidFill>
                  <a:srgbClr val="000000"/>
                </a:solidFill>
                <a:latin typeface="Anek Tamil Expanded ExtraBold"/>
              </a:rPr>
              <a:t>06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3098800"/>
            <a:ext cx="157734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8100" y="9893300"/>
            <a:ext cx="18364200" cy="52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92500" y="2044700"/>
            <a:ext cx="838200" cy="698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635000" y="635000"/>
            <a:ext cx="4114800" cy="266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spc="-100">
                <a:solidFill>
                  <a:srgbClr val="000000">
                    <a:alpha val="67843"/>
                  </a:srgbClr>
                </a:solidFill>
                <a:latin typeface="Anek Tamil Expanded SemiBold"/>
              </a:rPr>
              <a:t>MARKETING PLAN PRESENTATION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4699000"/>
            <a:ext cx="7721600" cy="2070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5700" y="4597400"/>
            <a:ext cx="279400" cy="279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6400" y="4864100"/>
            <a:ext cx="1651000" cy="1651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657600" y="5067300"/>
            <a:ext cx="18669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en-US" sz="2500" b="0" i="0" u="none" strike="noStrike">
                <a:solidFill>
                  <a:srgbClr val="000000"/>
                </a:solidFill>
                <a:latin typeface="Anek Tamil Expanded ExtraBold"/>
              </a:rPr>
              <a:t>Product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57600" y="5562600"/>
            <a:ext cx="50546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7820"/>
              </a:lnSpc>
            </a:pPr>
            <a:r>
              <a:rPr lang="en-US" sz="1500" b="0" i="0" u="none" strike="noStrike">
                <a:solidFill>
                  <a:srgbClr val="000000">
                    <a:alpha val="80000"/>
                  </a:srgbClr>
                </a:solidFill>
                <a:latin typeface="SB AggroOTF Light"/>
              </a:rPr>
              <a:t>Efficient, reliable, and sustainable, catering to the needs of young professionals who value quality and ethical practices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1800" y="4699000"/>
            <a:ext cx="7721600" cy="2070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30200" y="4597400"/>
            <a:ext cx="279400" cy="2794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1722100" y="5067300"/>
            <a:ext cx="18669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en-US" sz="2500" b="0" i="0" u="none" strike="noStrike">
                <a:solidFill>
                  <a:srgbClr val="000000"/>
                </a:solidFill>
                <a:latin typeface="Anek Tamil Expanded ExtraBold"/>
              </a:rPr>
              <a:t>Place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22100" y="5562600"/>
            <a:ext cx="51181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7820"/>
              </a:lnSpc>
            </a:pPr>
            <a:r>
              <a:rPr lang="en-US" sz="1500" b="0" i="0" u="none" strike="noStrike" spc="-100">
                <a:solidFill>
                  <a:srgbClr val="000000">
                    <a:alpha val="80000"/>
                  </a:srgbClr>
                </a:solidFill>
                <a:latin typeface="SB AggroOTF Light"/>
              </a:rPr>
              <a:t>Urban and suburban areas where young professionals are concentrated, particularly in cities known for valuing sustainability and innovation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7300" y="7010400"/>
            <a:ext cx="7721600" cy="2070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5700" y="6908800"/>
            <a:ext cx="279400" cy="279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3657600" y="7391400"/>
            <a:ext cx="24130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en-US" sz="2500" b="0" i="0" u="none" strike="noStrike">
                <a:solidFill>
                  <a:srgbClr val="000000"/>
                </a:solidFill>
                <a:latin typeface="Anek Tamil Expanded ExtraBold"/>
              </a:rPr>
              <a:t>Promotion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57600" y="7886700"/>
            <a:ext cx="50546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7820"/>
              </a:lnSpc>
            </a:pPr>
            <a:r>
              <a:rPr lang="en-US" sz="1500" b="0" i="0" u="none" strike="noStrike">
                <a:solidFill>
                  <a:srgbClr val="000000">
                    <a:alpha val="80000"/>
                  </a:srgbClr>
                </a:solidFill>
                <a:latin typeface="SB AggroOTF Light"/>
              </a:rPr>
              <a:t>Focused on building a strong, ethical brand reputation while engaging with our target audience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1800" y="7010400"/>
            <a:ext cx="7721600" cy="20701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30200" y="6908800"/>
            <a:ext cx="279400" cy="2794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77400" y="7188200"/>
            <a:ext cx="1790700" cy="17907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5500" y="4889500"/>
            <a:ext cx="1739900" cy="17399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76400" y="7226300"/>
            <a:ext cx="1638300" cy="16383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11722100" y="7391400"/>
            <a:ext cx="18669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1259"/>
              </a:lnSpc>
            </a:pPr>
            <a:r>
              <a:rPr lang="en-US" sz="2500" b="0" i="0" u="none" strike="noStrike">
                <a:solidFill>
                  <a:srgbClr val="000000"/>
                </a:solidFill>
                <a:latin typeface="Anek Tamil Expanded ExtraBold"/>
              </a:rPr>
              <a:t>Price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722100" y="7886700"/>
            <a:ext cx="50546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7820"/>
              </a:lnSpc>
            </a:pPr>
            <a:r>
              <a:rPr lang="en-US" sz="1500" b="0" i="0" u="none" strike="noStrike">
                <a:solidFill>
                  <a:srgbClr val="000000">
                    <a:alpha val="80000"/>
                  </a:srgbClr>
                </a:solidFill>
                <a:latin typeface="SB AggroOTF Light"/>
              </a:rPr>
              <a:t>Reflects the premium quality of our products/services while remaining accessible to mid-level professionals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93800" y="7200900"/>
            <a:ext cx="6172200" cy="6172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-381000" y="4724400"/>
            <a:ext cx="19050000" cy="25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038600" y="2882900"/>
            <a:ext cx="10223500" cy="373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1259"/>
              </a:lnSpc>
            </a:pPr>
            <a:r>
              <a:rPr lang="en-US" sz="11200" b="0" i="0" u="none" strike="noStrike">
                <a:solidFill>
                  <a:srgbClr val="9EFF00"/>
                </a:solidFill>
                <a:latin typeface="Anek Tamil Expanded ExtraBold"/>
              </a:rPr>
              <a:t>THANK</a:t>
            </a:r>
          </a:p>
          <a:p>
            <a:pPr lvl="0" algn="ctr">
              <a:lnSpc>
                <a:spcPct val="101259"/>
              </a:lnSpc>
            </a:pPr>
            <a:r>
              <a:rPr lang="en-US" sz="11200" b="0" i="0" u="none" strike="noStrike">
                <a:solidFill>
                  <a:srgbClr val="9EFF00"/>
                </a:solidFill>
                <a:latin typeface="Anek Tamil Expanded ExtraBold"/>
              </a:rPr>
              <a:t>YOU 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-381000" y="6477000"/>
            <a:ext cx="190500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-381000" y="2959100"/>
            <a:ext cx="19050000" cy="254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8102600" y="1930400"/>
            <a:ext cx="40894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100" b="0" i="0" u="none" strike="noStrike">
                <a:solidFill>
                  <a:srgbClr val="FFFFFF"/>
                </a:solidFill>
                <a:latin typeface="Anek Tamil Expanded Regular"/>
              </a:rPr>
              <a:t>MIRICOMPANY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300" y="2019300"/>
            <a:ext cx="774700" cy="3556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600" y="5486400"/>
            <a:ext cx="304800" cy="304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600" y="5486400"/>
            <a:ext cx="304800" cy="304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300" y="5486400"/>
            <a:ext cx="304800" cy="3048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7800" y="3733800"/>
            <a:ext cx="304800" cy="304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0" y="3733800"/>
            <a:ext cx="304800" cy="304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39800" y="3733800"/>
            <a:ext cx="304800" cy="304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03200" y="-3238500"/>
            <a:ext cx="6172200" cy="6172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400" y="7200900"/>
            <a:ext cx="1511300" cy="4191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8623300" y="7251700"/>
            <a:ext cx="2171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Anek Tamil Expanded Regular"/>
              </a:rPr>
              <a:t>+123-456-7890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39000" y="7289800"/>
            <a:ext cx="10287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300" b="0" i="0" u="none" strike="noStrike" spc="-100">
                <a:solidFill>
                  <a:srgbClr val="000000"/>
                </a:solidFill>
                <a:latin typeface="Anek Tamil Expanded ExtraBold"/>
              </a:rPr>
              <a:t>PHONE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400" y="8572500"/>
            <a:ext cx="1511300" cy="4191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8623300" y="8623300"/>
            <a:ext cx="21717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Anek Tamil Expanded Regular"/>
              </a:rPr>
              <a:t>yoursitehere.com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39000" y="8661400"/>
            <a:ext cx="10287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300" b="0" i="0" u="none" strike="noStrike" spc="-100">
                <a:solidFill>
                  <a:srgbClr val="000000"/>
                </a:solidFill>
                <a:latin typeface="Anek Tamil Expanded ExtraBold"/>
              </a:rPr>
              <a:t>WEBSITE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400" y="7886700"/>
            <a:ext cx="1511300" cy="4191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8623300" y="7937500"/>
            <a:ext cx="34798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Anek Tamil Expanded Regular"/>
              </a:rPr>
              <a:t>123 Anywhere St., Any City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39000" y="7975600"/>
            <a:ext cx="1028700" cy="22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300" b="0" i="0" u="none" strike="noStrike" spc="-100">
                <a:solidFill>
                  <a:srgbClr val="000000"/>
                </a:solidFill>
                <a:latin typeface="Anek Tamil Expanded ExtraBold"/>
              </a:rPr>
              <a:t>LOCATION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Office PowerPoint</Application>
  <PresentationFormat>사용자 지정</PresentationFormat>
  <Paragraphs>140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Anek Tamil Expanded Regular</vt:lpstr>
      <vt:lpstr>Calibri</vt:lpstr>
      <vt:lpstr>Arial</vt:lpstr>
      <vt:lpstr>Anek Tamil Expanded ExtraBold</vt:lpstr>
      <vt:lpstr>Anek Tamil Expanded SemiBold</vt:lpstr>
      <vt:lpstr>SB AggroOTF Medium</vt:lpstr>
      <vt:lpstr>SB AggroOTF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이 영선</cp:lastModifiedBy>
  <cp:revision>2</cp:revision>
  <dcterms:created xsi:type="dcterms:W3CDTF">2006-08-16T00:00:00Z</dcterms:created>
  <dcterms:modified xsi:type="dcterms:W3CDTF">2025-11-16T13:57:11Z</dcterms:modified>
</cp:coreProperties>
</file>